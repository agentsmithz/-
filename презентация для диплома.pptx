
<file path=[Content_Types].xml><?xml version="1.0" encoding="utf-8"?>
<Types xmlns="http://schemas.openxmlformats.org/package/2006/content-types">
  <Default Extension="png" ContentType="image/png"/>
  <Default Extension="jpeg" ContentType="image/jpe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notesMasters/notesMaster1.xml" ContentType="application/vnd.openxmlformats-officedocument.presentationml.notesMaster+xml"/>
  <Override PartName="/ppt/handoutMasters/handoutMaster1.xml" ContentType="application/vnd.openxmlformats-officedocument.presentationml.handoutMaster+xml"/>
  <Override PartName="/ppt/commentAuthors.xml" ContentType="application/vnd.openxmlformats-officedocument.presentationml.commentAuthors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theme/theme2.xml" ContentType="application/vnd.openxmlformats-officedocument.theme+xml"/>
  <Override PartName="/ppt/theme/theme3.xml" ContentType="application/vnd.openxmlformats-officedocument.them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>
  <p:sldMasterIdLst>
    <p:sldMasterId id="2147483648" r:id="rId1"/>
  </p:sldMasterIdLst>
  <p:notesMasterIdLst>
    <p:notesMasterId r:id="rId15"/>
  </p:notesMasterIdLst>
  <p:handoutMasterIdLst>
    <p:handoutMasterId r:id="rId16"/>
  </p:handoutMasterIdLst>
  <p:sldIdLst>
    <p:sldId id="256" r:id="rId2"/>
    <p:sldId id="258" r:id="rId3"/>
    <p:sldId id="269" r:id="rId4"/>
    <p:sldId id="270" r:id="rId5"/>
    <p:sldId id="259" r:id="rId6"/>
    <p:sldId id="260" r:id="rId7"/>
    <p:sldId id="264" r:id="rId8"/>
    <p:sldId id="272" r:id="rId9"/>
    <p:sldId id="273" r:id="rId10"/>
    <p:sldId id="274" r:id="rId11"/>
    <p:sldId id="275" r:id="rId12"/>
    <p:sldId id="262" r:id="rId13"/>
    <p:sldId id="261" r:id="rId14"/>
  </p:sldIdLst>
  <p:sldSz cx="12192000" cy="6858000"/>
  <p:notesSz cx="6797675" cy="9926638"/>
  <p:defaultTextStyle>
    <a:defPPr>
      <a:defRPr lang="ru-RU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>
        <p15:guide id="1" orient="horz" pos="2160">
          <p15:clr>
            <a:srgbClr val="A4A3A4"/>
          </p15:clr>
        </p15:guide>
        <p15:guide id="2" pos="3840">
          <p15:clr>
            <a:srgbClr val="A4A3A4"/>
          </p15:clr>
        </p15:guide>
      </p15:sldGuideLst>
    </p:ext>
  </p:extLst>
</p:presentation>
</file>

<file path=ppt/commentAuthors.xml><?xml version="1.0" encoding="utf-8"?>
<p:cmAuthorLst xmlns:a="http://schemas.openxmlformats.org/drawingml/2006/main" xmlns:r="http://schemas.openxmlformats.org/officeDocument/2006/relationships" xmlns:p="http://schemas.openxmlformats.org/presentationml/2006/main">
  <p:cmAuthor id="1" name="WSR" initials="W" lastIdx="1" clrIdx="0"/>
</p:cmAuthorLst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showPr showNarration="1" useTimings="0">
    <p:present/>
    <p:sldAll/>
    <p:penClr>
      <a:prstClr val="red"/>
    </p:penClr>
    <p:extLst>
      <p:ext uri="{EC167BDD-8182-4AB7-AECC-EB403E3ABB37}">
        <p14:laserClr xmlns:p14="http://schemas.microsoft.com/office/powerpoint/2010/main">
          <a:srgbClr val="FF0000"/>
        </p14:laserClr>
      </p:ext>
      <p:ext uri="{2FDB2607-1784-4EEB-B798-7EB5836EED8A}">
        <p14:showMediaCtrls xmlns:p14="http://schemas.microsoft.com/office/powerpoint/2010/main" val="1"/>
      </p:ext>
    </p:extLst>
  </p:showPr>
  <p:clrMru>
    <a:srgbClr val="42BE9F"/>
    <a:srgbClr val="1C325E"/>
    <a:srgbClr val="DBDEE1"/>
    <a:srgbClr val="154A74"/>
    <a:srgbClr val="F2F2F2"/>
  </p:clrMru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  <p:ext uri="{FD5EFAAD-0ECE-453E-9831-46B23BE46B34}">
      <p15:chartTrackingRefBased xmlns:p15="http://schemas.microsoft.com/office/powerpoint/2012/main" val="1"/>
    </p:ext>
  </p:extLst>
</p:presentationPr>
</file>

<file path=ppt/tableStyles.xml><?xml version="1.0" encoding="utf-8"?>
<a:tblStyleLst xmlns:a="http://schemas.openxmlformats.org/drawingml/2006/main" def="{5C22544A-7EE6-4342-B048-85BDC9FD1C3A}">
  <a:tblStyle styleId="{5C22544A-7EE6-4342-B048-85BDC9FD1C3A}" styleName="Средний стиль 2 — акцент 1">
    <a:wholeTbl>
      <a:tcTxStyle>
        <a:fontRef idx="minor">
          <a:prstClr val="black"/>
        </a:fontRef>
        <a:schemeClr val="dk1"/>
      </a:tcTxStyle>
      <a:tcStyle>
        <a:tcBdr>
          <a:left>
            <a:ln w="12700" cmpd="sng">
              <a:solidFill>
                <a:schemeClr val="lt1"/>
              </a:solidFill>
            </a:ln>
          </a:left>
          <a:right>
            <a:ln w="12700" cmpd="sng">
              <a:solidFill>
                <a:schemeClr val="lt1"/>
              </a:solidFill>
            </a:ln>
          </a:right>
          <a:top>
            <a:ln w="12700" cmpd="sng">
              <a:solidFill>
                <a:schemeClr val="lt1"/>
              </a:solidFill>
            </a:ln>
          </a:top>
          <a:bottom>
            <a:ln w="12700" cmpd="sng">
              <a:solidFill>
                <a:schemeClr val="lt1"/>
              </a:solidFill>
            </a:ln>
          </a:bottom>
          <a:insideH>
            <a:ln w="12700" cmpd="sng">
              <a:solidFill>
                <a:schemeClr val="lt1"/>
              </a:solidFill>
            </a:ln>
          </a:insideH>
          <a:insideV>
            <a:ln w="12700" cmpd="sng">
              <a:solidFill>
                <a:schemeClr val="lt1"/>
              </a:solidFill>
            </a:ln>
          </a:insideV>
        </a:tcBdr>
        <a:fill>
          <a:solidFill>
            <a:schemeClr val="accent1">
              <a:tint val="20000"/>
            </a:schemeClr>
          </a:solidFill>
        </a:fill>
      </a:tcStyle>
    </a:wholeTbl>
    <a:band1H>
      <a:tcStyle>
        <a:tcBdr/>
        <a:fill>
          <a:solidFill>
            <a:schemeClr val="accent1">
              <a:tint val="4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accent1">
              <a:tint val="40000"/>
            </a:schemeClr>
          </a:solidFill>
        </a:fill>
      </a:tcStyle>
    </a:band1V>
    <a:band2V>
      <a:tcStyle>
        <a:tcBdr/>
      </a:tcStyle>
    </a:band2V>
    <a:la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lastCol>
    <a:fir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firstCol>
    <a:lastRow>
      <a:tcTxStyle b="on">
        <a:fontRef idx="minor">
          <a:prstClr val="black"/>
        </a:fontRef>
        <a:schemeClr val="lt1"/>
      </a:tcTxStyle>
      <a:tcStyle>
        <a:tcBdr>
          <a:top>
            <a:ln w="38100" cmpd="sng">
              <a:solidFill>
                <a:schemeClr val="lt1"/>
              </a:solidFill>
            </a:ln>
          </a:top>
        </a:tcBdr>
        <a:fill>
          <a:solidFill>
            <a:schemeClr val="accent1"/>
          </a:solidFill>
        </a:fill>
      </a:tcStyle>
    </a:lastRow>
    <a:firstRow>
      <a:tcTxStyle b="on">
        <a:fontRef idx="minor">
          <a:prstClr val="black"/>
        </a:fontRef>
        <a:schemeClr val="lt1"/>
      </a:tcTxStyle>
      <a:tcStyle>
        <a:tcBdr>
          <a:bottom>
            <a:ln w="38100" cmpd="sng">
              <a:solidFill>
                <a:schemeClr val="lt1"/>
              </a:solidFill>
            </a:ln>
          </a:bottom>
        </a:tcBdr>
        <a:fill>
          <a:solidFill>
            <a:schemeClr val="accent1"/>
          </a:solidFill>
        </a:fill>
      </a:tcStyle>
    </a:firstRow>
  </a:tblStyle>
</a:tblStyleLst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>
    <p:restoredLeft sz="8986" autoAdjust="0"/>
    <p:restoredTop sz="94660"/>
  </p:normalViewPr>
  <p:slideViewPr>
    <p:cSldViewPr snapToGrid="0">
      <p:cViewPr varScale="1">
        <p:scale>
          <a:sx n="104" d="100"/>
          <a:sy n="104" d="100"/>
        </p:scale>
        <p:origin x="1134" y="114"/>
      </p:cViewPr>
      <p:guideLst>
        <p:guide orient="horz" pos="2160"/>
        <p:guide pos="3840"/>
      </p:guideLst>
    </p:cSldViewPr>
  </p:slideViewPr>
  <p:notesTextViewPr>
    <p:cViewPr>
      <p:scale>
        <a:sx n="1" d="1"/>
        <a:sy n="1" d="1"/>
      </p:scale>
      <p:origin x="0" y="0"/>
    </p:cViewPr>
  </p:notesTextViewPr>
  <p:gridSpacing cx="72008" cy="72008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13" Type="http://schemas.openxmlformats.org/officeDocument/2006/relationships/slide" Target="slides/slide12.xml"/><Relationship Id="rId18" Type="http://schemas.openxmlformats.org/officeDocument/2006/relationships/presProps" Target="presProps.xml"/><Relationship Id="rId3" Type="http://schemas.openxmlformats.org/officeDocument/2006/relationships/slide" Target="slides/slide2.xml"/><Relationship Id="rId21" Type="http://schemas.openxmlformats.org/officeDocument/2006/relationships/tableStyles" Target="tableStyles.xml"/><Relationship Id="rId7" Type="http://schemas.openxmlformats.org/officeDocument/2006/relationships/slide" Target="slides/slide6.xml"/><Relationship Id="rId12" Type="http://schemas.openxmlformats.org/officeDocument/2006/relationships/slide" Target="slides/slide11.xml"/><Relationship Id="rId17" Type="http://schemas.openxmlformats.org/officeDocument/2006/relationships/commentAuthors" Target="commentAuthors.xml"/><Relationship Id="rId2" Type="http://schemas.openxmlformats.org/officeDocument/2006/relationships/slide" Target="slides/slide1.xml"/><Relationship Id="rId16" Type="http://schemas.openxmlformats.org/officeDocument/2006/relationships/handoutMaster" Target="handoutMasters/handoutMaster1.xml"/><Relationship Id="rId20" Type="http://schemas.openxmlformats.org/officeDocument/2006/relationships/theme" Target="theme/theme1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slide" Target="slides/slide10.xml"/><Relationship Id="rId5" Type="http://schemas.openxmlformats.org/officeDocument/2006/relationships/slide" Target="slides/slide4.xml"/><Relationship Id="rId15" Type="http://schemas.openxmlformats.org/officeDocument/2006/relationships/notesMaster" Target="notesMasters/notesMaster1.xml"/><Relationship Id="rId10" Type="http://schemas.openxmlformats.org/officeDocument/2006/relationships/slide" Target="slides/slide9.xml"/><Relationship Id="rId19" Type="http://schemas.openxmlformats.org/officeDocument/2006/relationships/viewProps" Target="viewProps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slide" Target="slides/slide13.xml"/></Relationships>
</file>

<file path=ppt/handoutMasters/_rels/handout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3.xml"/></Relationships>
</file>

<file path=ppt/handoutMasters/handoutMaster1.xml><?xml version="1.0" encoding="utf-8"?>
<p:handout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Верхний колонтитул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45712" cy="496729"/>
          </a:xfrm>
          <a:prstGeom prst="rect">
            <a:avLst/>
          </a:prstGeom>
        </p:spPr>
        <p:txBody>
          <a:bodyPr vert="horz" lIns="91413" tIns="45706" rIns="91413" bIns="45706" rtlCol="0"/>
          <a:lstStyle>
            <a:lvl1pPr algn="l">
              <a:defRPr sz="1200"/>
            </a:lvl1pPr>
          </a:lstStyle>
          <a:p>
            <a:endParaRPr lang="ru-RU"/>
          </a:p>
        </p:txBody>
      </p:sp>
      <p:sp>
        <p:nvSpPr>
          <p:cNvPr id="3" name="Дата 2"/>
          <p:cNvSpPr>
            <a:spLocks noGrp="1"/>
          </p:cNvSpPr>
          <p:nvPr>
            <p:ph type="dt" sz="quarter" idx="1"/>
          </p:nvPr>
        </p:nvSpPr>
        <p:spPr>
          <a:xfrm>
            <a:off x="3850375" y="0"/>
            <a:ext cx="2945712" cy="496729"/>
          </a:xfrm>
          <a:prstGeom prst="rect">
            <a:avLst/>
          </a:prstGeom>
        </p:spPr>
        <p:txBody>
          <a:bodyPr vert="horz" lIns="91413" tIns="45706" rIns="91413" bIns="45706" rtlCol="0"/>
          <a:lstStyle>
            <a:lvl1pPr algn="r">
              <a:defRPr sz="1200"/>
            </a:lvl1pPr>
          </a:lstStyle>
          <a:p>
            <a:fld id="{EBB5A0CF-0954-4876-A0B1-0AB96B8B51C5}" type="datetimeFigureOut">
              <a:rPr lang="ru-RU" smtClean="0"/>
              <a:t>22.05.2026</a:t>
            </a:fld>
            <a:endParaRPr lang="ru-RU"/>
          </a:p>
        </p:txBody>
      </p:sp>
      <p:sp>
        <p:nvSpPr>
          <p:cNvPr id="4" name="Нижний колонтитул 3"/>
          <p:cNvSpPr>
            <a:spLocks noGrp="1"/>
          </p:cNvSpPr>
          <p:nvPr>
            <p:ph type="ftr" sz="quarter" idx="2"/>
          </p:nvPr>
        </p:nvSpPr>
        <p:spPr>
          <a:xfrm>
            <a:off x="0" y="9428323"/>
            <a:ext cx="2945712" cy="496728"/>
          </a:xfrm>
          <a:prstGeom prst="rect">
            <a:avLst/>
          </a:prstGeom>
        </p:spPr>
        <p:txBody>
          <a:bodyPr vert="horz" lIns="91413" tIns="45706" rIns="91413" bIns="45706" rtlCol="0" anchor="b"/>
          <a:lstStyle>
            <a:lvl1pPr algn="l">
              <a:defRPr sz="1200"/>
            </a:lvl1pPr>
          </a:lstStyle>
          <a:p>
            <a:endParaRPr lang="ru-RU"/>
          </a:p>
        </p:txBody>
      </p:sp>
      <p:sp>
        <p:nvSpPr>
          <p:cNvPr id="5" name="Номер слайда 4"/>
          <p:cNvSpPr>
            <a:spLocks noGrp="1"/>
          </p:cNvSpPr>
          <p:nvPr>
            <p:ph type="sldNum" sz="quarter" idx="3"/>
          </p:nvPr>
        </p:nvSpPr>
        <p:spPr>
          <a:xfrm>
            <a:off x="3850375" y="9428323"/>
            <a:ext cx="2945712" cy="496728"/>
          </a:xfrm>
          <a:prstGeom prst="rect">
            <a:avLst/>
          </a:prstGeom>
        </p:spPr>
        <p:txBody>
          <a:bodyPr vert="horz" lIns="91413" tIns="45706" rIns="91413" bIns="45706" rtlCol="0" anchor="b"/>
          <a:lstStyle>
            <a:lvl1pPr algn="r">
              <a:defRPr sz="1200"/>
            </a:lvl1pPr>
          </a:lstStyle>
          <a:p>
            <a:fld id="{48FE1C09-1B22-4E8D-B6FF-913F1F8761FE}" type="slidenum">
              <a:rPr lang="ru-RU" smtClean="0"/>
              <a:t>‹#›</a:t>
            </a:fld>
            <a:endParaRPr lang="ru-RU"/>
          </a:p>
        </p:txBody>
      </p:sp>
    </p:spTree>
    <p:extLst>
      <p:ext uri="{BB962C8B-B14F-4D97-AF65-F5344CB8AC3E}">
        <p14:creationId xmlns:p14="http://schemas.microsoft.com/office/powerpoint/2010/main" val="1384055402"/>
      </p:ext>
    </p:extLst>
  </p:cSld>
  <p:clrMap bg1="lt1" tx1="dk1" bg2="lt2" tx2="dk2" accent1="accent1" accent2="accent2" accent3="accent3" accent4="accent4" accent5="accent5" accent6="accent6" hlink="hlink" folHlink="folHlink"/>
</p:handoutMaster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Верхний колонтитул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45659" cy="498056"/>
          </a:xfrm>
          <a:prstGeom prst="rect">
            <a:avLst/>
          </a:prstGeom>
        </p:spPr>
        <p:txBody>
          <a:bodyPr vert="horz" lIns="91413" tIns="45706" rIns="91413" bIns="45706" rtlCol="0"/>
          <a:lstStyle>
            <a:lvl1pPr algn="l">
              <a:defRPr sz="1200"/>
            </a:lvl1pPr>
          </a:lstStyle>
          <a:p>
            <a:endParaRPr lang="ru-RU"/>
          </a:p>
        </p:txBody>
      </p:sp>
      <p:sp>
        <p:nvSpPr>
          <p:cNvPr id="3" name="Дата 2"/>
          <p:cNvSpPr>
            <a:spLocks noGrp="1"/>
          </p:cNvSpPr>
          <p:nvPr>
            <p:ph type="dt" idx="1"/>
          </p:nvPr>
        </p:nvSpPr>
        <p:spPr>
          <a:xfrm>
            <a:off x="3850443" y="0"/>
            <a:ext cx="2945659" cy="498056"/>
          </a:xfrm>
          <a:prstGeom prst="rect">
            <a:avLst/>
          </a:prstGeom>
        </p:spPr>
        <p:txBody>
          <a:bodyPr vert="horz" lIns="91413" tIns="45706" rIns="91413" bIns="45706" rtlCol="0"/>
          <a:lstStyle>
            <a:lvl1pPr algn="r">
              <a:defRPr sz="1200"/>
            </a:lvl1pPr>
          </a:lstStyle>
          <a:p>
            <a:fld id="{7177AB9E-1F6A-42AA-9770-C37E2EE1D03E}" type="datetimeFigureOut">
              <a:rPr lang="ru-RU" smtClean="0"/>
              <a:t>22.05.2026</a:t>
            </a:fld>
            <a:endParaRPr lang="ru-RU"/>
          </a:p>
        </p:txBody>
      </p:sp>
      <p:sp>
        <p:nvSpPr>
          <p:cNvPr id="4" name="Образ слайда 3"/>
          <p:cNvSpPr>
            <a:spLocks noGrp="1" noRot="1" noChangeAspect="1"/>
          </p:cNvSpPr>
          <p:nvPr>
            <p:ph type="sldImg" idx="2"/>
          </p:nvPr>
        </p:nvSpPr>
        <p:spPr>
          <a:xfrm>
            <a:off x="422275" y="1241425"/>
            <a:ext cx="5953125" cy="3349625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13" tIns="45706" rIns="91413" bIns="45706" rtlCol="0" anchor="ctr"/>
          <a:lstStyle/>
          <a:p>
            <a:endParaRPr lang="ru-RU"/>
          </a:p>
        </p:txBody>
      </p:sp>
      <p:sp>
        <p:nvSpPr>
          <p:cNvPr id="5" name="Заметки 4"/>
          <p:cNvSpPr>
            <a:spLocks noGrp="1"/>
          </p:cNvSpPr>
          <p:nvPr>
            <p:ph type="body" sz="quarter" idx="3"/>
          </p:nvPr>
        </p:nvSpPr>
        <p:spPr>
          <a:xfrm>
            <a:off x="679768" y="4777194"/>
            <a:ext cx="5438140" cy="3908614"/>
          </a:xfrm>
          <a:prstGeom prst="rect">
            <a:avLst/>
          </a:prstGeom>
        </p:spPr>
        <p:txBody>
          <a:bodyPr vert="horz" lIns="91413" tIns="45706" rIns="91413" bIns="45706" rtlCol="0"/>
          <a:lstStyle/>
          <a:p>
            <a:pPr lvl="0"/>
            <a:r>
              <a:rPr lang="ru-RU"/>
              <a:t>Образец текста</a:t>
            </a:r>
          </a:p>
          <a:p>
            <a:pPr lvl="1"/>
            <a:r>
              <a:rPr lang="ru-RU"/>
              <a:t>Второй уровень</a:t>
            </a:r>
          </a:p>
          <a:p>
            <a:pPr lvl="2"/>
            <a:r>
              <a:rPr lang="ru-RU"/>
              <a:t>Третий уровень</a:t>
            </a:r>
          </a:p>
          <a:p>
            <a:pPr lvl="3"/>
            <a:r>
              <a:rPr lang="ru-RU"/>
              <a:t>Четвертый уровень</a:t>
            </a:r>
          </a:p>
          <a:p>
            <a:pPr lvl="4"/>
            <a:r>
              <a:rPr lang="ru-RU"/>
              <a:t>Пятый уровень</a:t>
            </a:r>
          </a:p>
        </p:txBody>
      </p:sp>
      <p:sp>
        <p:nvSpPr>
          <p:cNvPr id="6" name="Нижний колонтитул 5"/>
          <p:cNvSpPr>
            <a:spLocks noGrp="1"/>
          </p:cNvSpPr>
          <p:nvPr>
            <p:ph type="ftr" sz="quarter" idx="4"/>
          </p:nvPr>
        </p:nvSpPr>
        <p:spPr>
          <a:xfrm>
            <a:off x="0" y="9428584"/>
            <a:ext cx="2945659" cy="498055"/>
          </a:xfrm>
          <a:prstGeom prst="rect">
            <a:avLst/>
          </a:prstGeom>
        </p:spPr>
        <p:txBody>
          <a:bodyPr vert="horz" lIns="91413" tIns="45706" rIns="91413" bIns="45706" rtlCol="0" anchor="b"/>
          <a:lstStyle>
            <a:lvl1pPr algn="l">
              <a:defRPr sz="1200"/>
            </a:lvl1pPr>
          </a:lstStyle>
          <a:p>
            <a:endParaRPr lang="ru-RU"/>
          </a:p>
        </p:txBody>
      </p:sp>
      <p:sp>
        <p:nvSpPr>
          <p:cNvPr id="7" name="Номер слайда 6"/>
          <p:cNvSpPr>
            <a:spLocks noGrp="1"/>
          </p:cNvSpPr>
          <p:nvPr>
            <p:ph type="sldNum" sz="quarter" idx="5"/>
          </p:nvPr>
        </p:nvSpPr>
        <p:spPr>
          <a:xfrm>
            <a:off x="3850443" y="9428584"/>
            <a:ext cx="2945659" cy="498055"/>
          </a:xfrm>
          <a:prstGeom prst="rect">
            <a:avLst/>
          </a:prstGeom>
        </p:spPr>
        <p:txBody>
          <a:bodyPr vert="horz" lIns="91413" tIns="45706" rIns="91413" bIns="45706" rtlCol="0" anchor="b"/>
          <a:lstStyle>
            <a:lvl1pPr algn="r">
              <a:defRPr sz="1200"/>
            </a:lvl1pPr>
          </a:lstStyle>
          <a:p>
            <a:fld id="{247689CA-7339-44ED-AD03-62A324284FC9}" type="slidenum">
              <a:rPr lang="ru-RU" smtClean="0"/>
              <a:t>‹#›</a:t>
            </a:fld>
            <a:endParaRPr lang="ru-RU"/>
          </a:p>
        </p:txBody>
      </p:sp>
    </p:spTree>
    <p:extLst>
      <p:ext uri="{BB962C8B-B14F-4D97-AF65-F5344CB8AC3E}">
        <p14:creationId xmlns:p14="http://schemas.microsoft.com/office/powerpoint/2010/main" val="2213237533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Титульный слайд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Заголовок 1"/>
          <p:cNvSpPr>
            <a:spLocks noGrp="1"/>
          </p:cNvSpPr>
          <p:nvPr>
            <p:ph type="ctrTitle"/>
          </p:nvPr>
        </p:nvSpPr>
        <p:spPr>
          <a:xfrm>
            <a:off x="1524000" y="1122363"/>
            <a:ext cx="9144000" cy="2387600"/>
          </a:xfrm>
        </p:spPr>
        <p:txBody>
          <a:bodyPr anchor="b"/>
          <a:lstStyle>
            <a:lvl1pPr algn="ctr">
              <a:defRPr sz="6000"/>
            </a:lvl1pPr>
          </a:lstStyle>
          <a:p>
            <a:r>
              <a:rPr lang="ru-RU"/>
              <a:t>Образец заголовка</a:t>
            </a:r>
          </a:p>
        </p:txBody>
      </p:sp>
      <p:sp>
        <p:nvSpPr>
          <p:cNvPr id="3" name="Подзаголовок 2"/>
          <p:cNvSpPr>
            <a:spLocks noGrp="1"/>
          </p:cNvSpPr>
          <p:nvPr>
            <p:ph type="subTitle" idx="1"/>
          </p:nvPr>
        </p:nvSpPr>
        <p:spPr>
          <a:xfrm>
            <a:off x="1524000" y="3602038"/>
            <a:ext cx="9144000" cy="1655762"/>
          </a:xfrm>
        </p:spPr>
        <p:txBody>
          <a:bodyPr/>
          <a:lstStyle>
            <a:lvl1pPr marL="0" indent="0" algn="ctr">
              <a:buNone/>
              <a:defRPr sz="2400"/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lang="ru-RU"/>
              <a:t>Образец подзаголовка</a:t>
            </a:r>
          </a:p>
        </p:txBody>
      </p:sp>
      <p:sp>
        <p:nvSpPr>
          <p:cNvPr id="4" name="Дата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3061A0F8-AE6A-4D46-B928-7359BADCE883}" type="datetimeFigureOut">
              <a:rPr lang="ru-RU" smtClean="0"/>
              <a:t>22.05.2026</a:t>
            </a:fld>
            <a:endParaRPr lang="ru-RU"/>
          </a:p>
        </p:txBody>
      </p:sp>
      <p:sp>
        <p:nvSpPr>
          <p:cNvPr id="5" name="Нижний колонтитул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ru-RU"/>
          </a:p>
        </p:txBody>
      </p:sp>
      <p:sp>
        <p:nvSpPr>
          <p:cNvPr id="6" name="Номер слайда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E8E2CFF2-B1BA-4529-9310-5B6976D89861}" type="slidenum">
              <a:rPr lang="ru-RU" smtClean="0"/>
              <a:t>‹#›</a:t>
            </a:fld>
            <a:endParaRPr lang="ru-RU"/>
          </a:p>
        </p:txBody>
      </p:sp>
    </p:spTree>
    <p:extLst>
      <p:ext uri="{BB962C8B-B14F-4D97-AF65-F5344CB8AC3E}">
        <p14:creationId xmlns:p14="http://schemas.microsoft.com/office/powerpoint/2010/main" val="3157015499"/>
      </p:ext>
    </p:extLst>
  </p:cSld>
  <p:clrMapOvr>
    <a:masterClrMapping/>
  </p:clrMapOvr>
  <p:transition spd="slow">
    <p:push dir="u"/>
  </p:transition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Заголовок и объект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Заголовок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ru-RU"/>
              <a:t>Образец заголовка</a:t>
            </a:r>
          </a:p>
        </p:txBody>
      </p:sp>
      <p:sp>
        <p:nvSpPr>
          <p:cNvPr id="3" name="Объект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ru-RU"/>
              <a:t>Образец текста</a:t>
            </a:r>
          </a:p>
          <a:p>
            <a:pPr lvl="1"/>
            <a:r>
              <a:rPr lang="ru-RU"/>
              <a:t>Второй уровень</a:t>
            </a:r>
          </a:p>
          <a:p>
            <a:pPr lvl="2"/>
            <a:r>
              <a:rPr lang="ru-RU"/>
              <a:t>Третий уровень</a:t>
            </a:r>
          </a:p>
          <a:p>
            <a:pPr lvl="3"/>
            <a:r>
              <a:rPr lang="ru-RU"/>
              <a:t>Четвертый уровень</a:t>
            </a:r>
          </a:p>
          <a:p>
            <a:pPr lvl="4"/>
            <a:r>
              <a:rPr lang="ru-RU"/>
              <a:t>Пятый уровень</a:t>
            </a:r>
          </a:p>
        </p:txBody>
      </p:sp>
      <p:sp>
        <p:nvSpPr>
          <p:cNvPr id="4" name="Дата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3061A0F8-AE6A-4D46-B928-7359BADCE883}" type="datetimeFigureOut">
              <a:rPr lang="ru-RU" smtClean="0"/>
              <a:t>22.05.2026</a:t>
            </a:fld>
            <a:endParaRPr lang="ru-RU"/>
          </a:p>
        </p:txBody>
      </p:sp>
      <p:sp>
        <p:nvSpPr>
          <p:cNvPr id="5" name="Нижний колонтитул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ru-RU"/>
          </a:p>
        </p:txBody>
      </p:sp>
      <p:sp>
        <p:nvSpPr>
          <p:cNvPr id="6" name="Номер слайда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E8E2CFF2-B1BA-4529-9310-5B6976D89861}" type="slidenum">
              <a:rPr lang="ru-RU" smtClean="0"/>
              <a:t>‹#›</a:t>
            </a:fld>
            <a:endParaRPr lang="ru-RU"/>
          </a:p>
        </p:txBody>
      </p:sp>
    </p:spTree>
    <p:extLst>
      <p:ext uri="{BB962C8B-B14F-4D97-AF65-F5344CB8AC3E}">
        <p14:creationId xmlns:p14="http://schemas.microsoft.com/office/powerpoint/2010/main" val="2368938895"/>
      </p:ext>
    </p:extLst>
  </p:cSld>
  <p:clrMapOvr>
    <a:masterClrMapping/>
  </p:clrMapOvr>
  <p:transition spd="slow">
    <p:push dir="u"/>
  </p:transition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Заголовок раздела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Заголовок 1"/>
          <p:cNvSpPr>
            <a:spLocks noGrp="1"/>
          </p:cNvSpPr>
          <p:nvPr>
            <p:ph type="title"/>
          </p:nvPr>
        </p:nvSpPr>
        <p:spPr>
          <a:xfrm>
            <a:off x="831850" y="1709738"/>
            <a:ext cx="10515600" cy="2852737"/>
          </a:xfrm>
        </p:spPr>
        <p:txBody>
          <a:bodyPr anchor="b"/>
          <a:lstStyle>
            <a:lvl1pPr>
              <a:defRPr sz="6000"/>
            </a:lvl1pPr>
          </a:lstStyle>
          <a:p>
            <a:r>
              <a:rPr lang="ru-RU"/>
              <a:t>Образец заголовка</a:t>
            </a:r>
          </a:p>
        </p:txBody>
      </p:sp>
      <p:sp>
        <p:nvSpPr>
          <p:cNvPr id="3" name="Текст 2"/>
          <p:cNvSpPr>
            <a:spLocks noGrp="1"/>
          </p:cNvSpPr>
          <p:nvPr>
            <p:ph type="body" idx="1"/>
          </p:nvPr>
        </p:nvSpPr>
        <p:spPr>
          <a:xfrm>
            <a:off x="831850" y="4589463"/>
            <a:ext cx="10515600" cy="1500187"/>
          </a:xfrm>
        </p:spPr>
        <p:txBody>
          <a:bodyPr/>
          <a:lstStyle>
            <a:lvl1pPr marL="0" indent="0">
              <a:buNone/>
              <a:defRPr sz="24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ru-RU"/>
              <a:t>Образец текста</a:t>
            </a:r>
          </a:p>
        </p:txBody>
      </p:sp>
      <p:sp>
        <p:nvSpPr>
          <p:cNvPr id="4" name="Дата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3061A0F8-AE6A-4D46-B928-7359BADCE883}" type="datetimeFigureOut">
              <a:rPr lang="ru-RU" smtClean="0"/>
              <a:t>22.05.2026</a:t>
            </a:fld>
            <a:endParaRPr lang="ru-RU"/>
          </a:p>
        </p:txBody>
      </p:sp>
      <p:sp>
        <p:nvSpPr>
          <p:cNvPr id="5" name="Нижний колонтитул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ru-RU"/>
          </a:p>
        </p:txBody>
      </p:sp>
      <p:sp>
        <p:nvSpPr>
          <p:cNvPr id="6" name="Номер слайда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E8E2CFF2-B1BA-4529-9310-5B6976D89861}" type="slidenum">
              <a:rPr lang="ru-RU" smtClean="0"/>
              <a:t>‹#›</a:t>
            </a:fld>
            <a:endParaRPr lang="ru-RU"/>
          </a:p>
        </p:txBody>
      </p:sp>
    </p:spTree>
    <p:extLst>
      <p:ext uri="{BB962C8B-B14F-4D97-AF65-F5344CB8AC3E}">
        <p14:creationId xmlns:p14="http://schemas.microsoft.com/office/powerpoint/2010/main" val="1050204462"/>
      </p:ext>
    </p:extLst>
  </p:cSld>
  <p:clrMapOvr>
    <a:masterClrMapping/>
  </p:clrMapOvr>
  <p:transition spd="slow">
    <p:push dir="u"/>
  </p:transition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Два объекта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Заголовок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ru-RU"/>
              <a:t>Образец заголовка</a:t>
            </a:r>
          </a:p>
        </p:txBody>
      </p:sp>
      <p:sp>
        <p:nvSpPr>
          <p:cNvPr id="3" name="Объект 2"/>
          <p:cNvSpPr>
            <a:spLocks noGrp="1"/>
          </p:cNvSpPr>
          <p:nvPr>
            <p:ph sz="half" idx="1"/>
          </p:nvPr>
        </p:nvSpPr>
        <p:spPr>
          <a:xfrm>
            <a:off x="838200" y="1825625"/>
            <a:ext cx="5181600" cy="4351338"/>
          </a:xfrm>
        </p:spPr>
        <p:txBody>
          <a:bodyPr/>
          <a:lstStyle/>
          <a:p>
            <a:pPr lvl="0"/>
            <a:r>
              <a:rPr lang="ru-RU"/>
              <a:t>Образец текста</a:t>
            </a:r>
          </a:p>
          <a:p>
            <a:pPr lvl="1"/>
            <a:r>
              <a:rPr lang="ru-RU"/>
              <a:t>Второй уровень</a:t>
            </a:r>
          </a:p>
          <a:p>
            <a:pPr lvl="2"/>
            <a:r>
              <a:rPr lang="ru-RU"/>
              <a:t>Третий уровень</a:t>
            </a:r>
          </a:p>
          <a:p>
            <a:pPr lvl="3"/>
            <a:r>
              <a:rPr lang="ru-RU"/>
              <a:t>Четвертый уровень</a:t>
            </a:r>
          </a:p>
          <a:p>
            <a:pPr lvl="4"/>
            <a:r>
              <a:rPr lang="ru-RU"/>
              <a:t>Пятый уровень</a:t>
            </a:r>
          </a:p>
        </p:txBody>
      </p:sp>
      <p:sp>
        <p:nvSpPr>
          <p:cNvPr id="4" name="Объект 3"/>
          <p:cNvSpPr>
            <a:spLocks noGrp="1"/>
          </p:cNvSpPr>
          <p:nvPr>
            <p:ph sz="half" idx="2"/>
          </p:nvPr>
        </p:nvSpPr>
        <p:spPr>
          <a:xfrm>
            <a:off x="6172200" y="1825625"/>
            <a:ext cx="5181600" cy="4351338"/>
          </a:xfrm>
        </p:spPr>
        <p:txBody>
          <a:bodyPr/>
          <a:lstStyle/>
          <a:p>
            <a:pPr lvl="0"/>
            <a:r>
              <a:rPr lang="ru-RU"/>
              <a:t>Образец текста</a:t>
            </a:r>
          </a:p>
          <a:p>
            <a:pPr lvl="1"/>
            <a:r>
              <a:rPr lang="ru-RU"/>
              <a:t>Второй уровень</a:t>
            </a:r>
          </a:p>
          <a:p>
            <a:pPr lvl="2"/>
            <a:r>
              <a:rPr lang="ru-RU"/>
              <a:t>Третий уровень</a:t>
            </a:r>
          </a:p>
          <a:p>
            <a:pPr lvl="3"/>
            <a:r>
              <a:rPr lang="ru-RU"/>
              <a:t>Четвертый уровень</a:t>
            </a:r>
          </a:p>
          <a:p>
            <a:pPr lvl="4"/>
            <a:r>
              <a:rPr lang="ru-RU"/>
              <a:t>Пятый уровень</a:t>
            </a:r>
          </a:p>
        </p:txBody>
      </p:sp>
      <p:sp>
        <p:nvSpPr>
          <p:cNvPr id="5" name="Дата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3061A0F8-AE6A-4D46-B928-7359BADCE883}" type="datetimeFigureOut">
              <a:rPr lang="ru-RU" smtClean="0"/>
              <a:t>22.05.2026</a:t>
            </a:fld>
            <a:endParaRPr lang="ru-RU"/>
          </a:p>
        </p:txBody>
      </p:sp>
      <p:sp>
        <p:nvSpPr>
          <p:cNvPr id="6" name="Нижний колонтитул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ru-RU"/>
          </a:p>
        </p:txBody>
      </p:sp>
      <p:sp>
        <p:nvSpPr>
          <p:cNvPr id="7" name="Номер слайда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E8E2CFF2-B1BA-4529-9310-5B6976D89861}" type="slidenum">
              <a:rPr lang="ru-RU" smtClean="0"/>
              <a:t>‹#›</a:t>
            </a:fld>
            <a:endParaRPr lang="ru-RU"/>
          </a:p>
        </p:txBody>
      </p:sp>
    </p:spTree>
    <p:extLst>
      <p:ext uri="{BB962C8B-B14F-4D97-AF65-F5344CB8AC3E}">
        <p14:creationId xmlns:p14="http://schemas.microsoft.com/office/powerpoint/2010/main" val="802163544"/>
      </p:ext>
    </p:extLst>
  </p:cSld>
  <p:clrMapOvr>
    <a:masterClrMapping/>
  </p:clrMapOvr>
  <p:transition spd="slow">
    <p:push dir="u"/>
  </p:transition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Сравнение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Заголовок 1"/>
          <p:cNvSpPr>
            <a:spLocks noGrp="1"/>
          </p:cNvSpPr>
          <p:nvPr>
            <p:ph type="title"/>
          </p:nvPr>
        </p:nvSpPr>
        <p:spPr>
          <a:xfrm>
            <a:off x="839788" y="365125"/>
            <a:ext cx="10515600" cy="1325563"/>
          </a:xfrm>
        </p:spPr>
        <p:txBody>
          <a:bodyPr/>
          <a:lstStyle/>
          <a:p>
            <a:r>
              <a:rPr lang="ru-RU"/>
              <a:t>Образец заголовка</a:t>
            </a:r>
          </a:p>
        </p:txBody>
      </p:sp>
      <p:sp>
        <p:nvSpPr>
          <p:cNvPr id="3" name="Текст 2"/>
          <p:cNvSpPr>
            <a:spLocks noGrp="1"/>
          </p:cNvSpPr>
          <p:nvPr>
            <p:ph type="body" idx="1"/>
          </p:nvPr>
        </p:nvSpPr>
        <p:spPr>
          <a:xfrm>
            <a:off x="839788" y="1681163"/>
            <a:ext cx="5157787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ru-RU"/>
              <a:t>Образец текста</a:t>
            </a:r>
          </a:p>
        </p:txBody>
      </p:sp>
      <p:sp>
        <p:nvSpPr>
          <p:cNvPr id="4" name="Объект 3"/>
          <p:cNvSpPr>
            <a:spLocks noGrp="1"/>
          </p:cNvSpPr>
          <p:nvPr>
            <p:ph sz="half" idx="2"/>
          </p:nvPr>
        </p:nvSpPr>
        <p:spPr>
          <a:xfrm>
            <a:off x="839788" y="2505075"/>
            <a:ext cx="5157787" cy="3684588"/>
          </a:xfrm>
        </p:spPr>
        <p:txBody>
          <a:bodyPr/>
          <a:lstStyle/>
          <a:p>
            <a:pPr lvl="0"/>
            <a:r>
              <a:rPr lang="ru-RU"/>
              <a:t>Образец текста</a:t>
            </a:r>
          </a:p>
          <a:p>
            <a:pPr lvl="1"/>
            <a:r>
              <a:rPr lang="ru-RU"/>
              <a:t>Второй уровень</a:t>
            </a:r>
          </a:p>
          <a:p>
            <a:pPr lvl="2"/>
            <a:r>
              <a:rPr lang="ru-RU"/>
              <a:t>Третий уровень</a:t>
            </a:r>
          </a:p>
          <a:p>
            <a:pPr lvl="3"/>
            <a:r>
              <a:rPr lang="ru-RU"/>
              <a:t>Четвертый уровень</a:t>
            </a:r>
          </a:p>
          <a:p>
            <a:pPr lvl="4"/>
            <a:r>
              <a:rPr lang="ru-RU"/>
              <a:t>Пятый уровень</a:t>
            </a:r>
          </a:p>
        </p:txBody>
      </p:sp>
      <p:sp>
        <p:nvSpPr>
          <p:cNvPr id="5" name="Текст 4"/>
          <p:cNvSpPr>
            <a:spLocks noGrp="1"/>
          </p:cNvSpPr>
          <p:nvPr>
            <p:ph type="body" sz="quarter" idx="3"/>
          </p:nvPr>
        </p:nvSpPr>
        <p:spPr>
          <a:xfrm>
            <a:off x="6172200" y="1681163"/>
            <a:ext cx="5183188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ru-RU"/>
              <a:t>Образец текста</a:t>
            </a:r>
          </a:p>
        </p:txBody>
      </p:sp>
      <p:sp>
        <p:nvSpPr>
          <p:cNvPr id="6" name="Объект 5"/>
          <p:cNvSpPr>
            <a:spLocks noGrp="1"/>
          </p:cNvSpPr>
          <p:nvPr>
            <p:ph sz="quarter" idx="4"/>
          </p:nvPr>
        </p:nvSpPr>
        <p:spPr>
          <a:xfrm>
            <a:off x="6172200" y="2505075"/>
            <a:ext cx="5183188" cy="3684588"/>
          </a:xfrm>
        </p:spPr>
        <p:txBody>
          <a:bodyPr/>
          <a:lstStyle/>
          <a:p>
            <a:pPr lvl="0"/>
            <a:r>
              <a:rPr lang="ru-RU"/>
              <a:t>Образец текста</a:t>
            </a:r>
          </a:p>
          <a:p>
            <a:pPr lvl="1"/>
            <a:r>
              <a:rPr lang="ru-RU"/>
              <a:t>Второй уровень</a:t>
            </a:r>
          </a:p>
          <a:p>
            <a:pPr lvl="2"/>
            <a:r>
              <a:rPr lang="ru-RU"/>
              <a:t>Третий уровень</a:t>
            </a:r>
          </a:p>
          <a:p>
            <a:pPr lvl="3"/>
            <a:r>
              <a:rPr lang="ru-RU"/>
              <a:t>Четвертый уровень</a:t>
            </a:r>
          </a:p>
          <a:p>
            <a:pPr lvl="4"/>
            <a:r>
              <a:rPr lang="ru-RU"/>
              <a:t>Пятый уровень</a:t>
            </a:r>
          </a:p>
        </p:txBody>
      </p:sp>
      <p:sp>
        <p:nvSpPr>
          <p:cNvPr id="7" name="Дата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3061A0F8-AE6A-4D46-B928-7359BADCE883}" type="datetimeFigureOut">
              <a:rPr lang="ru-RU" smtClean="0"/>
              <a:t>22.05.2026</a:t>
            </a:fld>
            <a:endParaRPr lang="ru-RU"/>
          </a:p>
        </p:txBody>
      </p:sp>
      <p:sp>
        <p:nvSpPr>
          <p:cNvPr id="8" name="Нижний колонтитул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ru-RU"/>
          </a:p>
        </p:txBody>
      </p:sp>
      <p:sp>
        <p:nvSpPr>
          <p:cNvPr id="9" name="Номер слайда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E8E2CFF2-B1BA-4529-9310-5B6976D89861}" type="slidenum">
              <a:rPr lang="ru-RU" smtClean="0"/>
              <a:t>‹#›</a:t>
            </a:fld>
            <a:endParaRPr lang="ru-RU"/>
          </a:p>
        </p:txBody>
      </p:sp>
    </p:spTree>
    <p:extLst>
      <p:ext uri="{BB962C8B-B14F-4D97-AF65-F5344CB8AC3E}">
        <p14:creationId xmlns:p14="http://schemas.microsoft.com/office/powerpoint/2010/main" val="3664120166"/>
      </p:ext>
    </p:extLst>
  </p:cSld>
  <p:clrMapOvr>
    <a:masterClrMapping/>
  </p:clrMapOvr>
  <p:transition spd="slow">
    <p:push dir="u"/>
  </p:transition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Только заголовок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Заголовок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ru-RU"/>
              <a:t>Образец заголовка</a:t>
            </a:r>
          </a:p>
        </p:txBody>
      </p:sp>
      <p:sp>
        <p:nvSpPr>
          <p:cNvPr id="3" name="Дата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3061A0F8-AE6A-4D46-B928-7359BADCE883}" type="datetimeFigureOut">
              <a:rPr lang="ru-RU" smtClean="0"/>
              <a:t>22.05.2026</a:t>
            </a:fld>
            <a:endParaRPr lang="ru-RU"/>
          </a:p>
        </p:txBody>
      </p:sp>
      <p:sp>
        <p:nvSpPr>
          <p:cNvPr id="4" name="Нижний колонтитул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ru-RU"/>
          </a:p>
        </p:txBody>
      </p:sp>
      <p:sp>
        <p:nvSpPr>
          <p:cNvPr id="5" name="Номер слайда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E8E2CFF2-B1BA-4529-9310-5B6976D89861}" type="slidenum">
              <a:rPr lang="ru-RU" smtClean="0"/>
              <a:t>‹#›</a:t>
            </a:fld>
            <a:endParaRPr lang="ru-RU"/>
          </a:p>
        </p:txBody>
      </p:sp>
    </p:spTree>
    <p:extLst>
      <p:ext uri="{BB962C8B-B14F-4D97-AF65-F5344CB8AC3E}">
        <p14:creationId xmlns:p14="http://schemas.microsoft.com/office/powerpoint/2010/main" val="3834240160"/>
      </p:ext>
    </p:extLst>
  </p:cSld>
  <p:clrMapOvr>
    <a:masterClrMapping/>
  </p:clrMapOvr>
  <p:transition spd="slow">
    <p:push dir="u"/>
  </p:transition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Пустой слайд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Дата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3061A0F8-AE6A-4D46-B928-7359BADCE883}" type="datetimeFigureOut">
              <a:rPr lang="ru-RU" smtClean="0"/>
              <a:t>22.05.2026</a:t>
            </a:fld>
            <a:endParaRPr lang="ru-RU"/>
          </a:p>
        </p:txBody>
      </p:sp>
      <p:sp>
        <p:nvSpPr>
          <p:cNvPr id="3" name="Нижний колонтитул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ru-RU"/>
          </a:p>
        </p:txBody>
      </p:sp>
      <p:sp>
        <p:nvSpPr>
          <p:cNvPr id="4" name="Номер слайда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E8E2CFF2-B1BA-4529-9310-5B6976D89861}" type="slidenum">
              <a:rPr lang="ru-RU" smtClean="0"/>
              <a:t>‹#›</a:t>
            </a:fld>
            <a:endParaRPr lang="ru-RU"/>
          </a:p>
        </p:txBody>
      </p:sp>
    </p:spTree>
    <p:extLst>
      <p:ext uri="{BB962C8B-B14F-4D97-AF65-F5344CB8AC3E}">
        <p14:creationId xmlns:p14="http://schemas.microsoft.com/office/powerpoint/2010/main" val="4220180238"/>
      </p:ext>
    </p:extLst>
  </p:cSld>
  <p:clrMapOvr>
    <a:masterClrMapping/>
  </p:clrMapOvr>
  <p:transition spd="slow">
    <p:push dir="u"/>
  </p:transition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Объект с подписью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Заголовок 1"/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ru-RU"/>
              <a:t>Образец заголовка</a:t>
            </a:r>
          </a:p>
        </p:txBody>
      </p:sp>
      <p:sp>
        <p:nvSpPr>
          <p:cNvPr id="3" name="Объект 2"/>
          <p:cNvSpPr>
            <a:spLocks noGrp="1"/>
          </p:cNvSpPr>
          <p:nvPr>
            <p:ph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ru-RU"/>
              <a:t>Образец текста</a:t>
            </a:r>
          </a:p>
          <a:p>
            <a:pPr lvl="1"/>
            <a:r>
              <a:rPr lang="ru-RU"/>
              <a:t>Второй уровень</a:t>
            </a:r>
          </a:p>
          <a:p>
            <a:pPr lvl="2"/>
            <a:r>
              <a:rPr lang="ru-RU"/>
              <a:t>Третий уровень</a:t>
            </a:r>
          </a:p>
          <a:p>
            <a:pPr lvl="3"/>
            <a:r>
              <a:rPr lang="ru-RU"/>
              <a:t>Четвертый уровень</a:t>
            </a:r>
          </a:p>
          <a:p>
            <a:pPr lvl="4"/>
            <a:r>
              <a:rPr lang="ru-RU"/>
              <a:t>Пятый уровень</a:t>
            </a:r>
          </a:p>
        </p:txBody>
      </p:sp>
      <p:sp>
        <p:nvSpPr>
          <p:cNvPr id="4" name="Текст 3"/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ru-RU"/>
              <a:t>Образец текста</a:t>
            </a:r>
          </a:p>
        </p:txBody>
      </p:sp>
      <p:sp>
        <p:nvSpPr>
          <p:cNvPr id="5" name="Дата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3061A0F8-AE6A-4D46-B928-7359BADCE883}" type="datetimeFigureOut">
              <a:rPr lang="ru-RU" smtClean="0"/>
              <a:t>22.05.2026</a:t>
            </a:fld>
            <a:endParaRPr lang="ru-RU"/>
          </a:p>
        </p:txBody>
      </p:sp>
      <p:sp>
        <p:nvSpPr>
          <p:cNvPr id="6" name="Нижний колонтитул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ru-RU"/>
          </a:p>
        </p:txBody>
      </p:sp>
      <p:sp>
        <p:nvSpPr>
          <p:cNvPr id="7" name="Номер слайда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E8E2CFF2-B1BA-4529-9310-5B6976D89861}" type="slidenum">
              <a:rPr lang="ru-RU" smtClean="0"/>
              <a:t>‹#›</a:t>
            </a:fld>
            <a:endParaRPr lang="ru-RU"/>
          </a:p>
        </p:txBody>
      </p:sp>
    </p:spTree>
    <p:extLst>
      <p:ext uri="{BB962C8B-B14F-4D97-AF65-F5344CB8AC3E}">
        <p14:creationId xmlns:p14="http://schemas.microsoft.com/office/powerpoint/2010/main" val="2349598707"/>
      </p:ext>
    </p:extLst>
  </p:cSld>
  <p:clrMapOvr>
    <a:masterClrMapping/>
  </p:clrMapOvr>
  <p:transition spd="slow">
    <p:push dir="u"/>
  </p:transition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Рисунок с подписью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Заголовок 1"/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ru-RU"/>
              <a:t>Образец заголовка</a:t>
            </a:r>
          </a:p>
        </p:txBody>
      </p:sp>
      <p:sp>
        <p:nvSpPr>
          <p:cNvPr id="3" name="Рисунок 2"/>
          <p:cNvSpPr>
            <a:spLocks noGrp="1"/>
          </p:cNvSpPr>
          <p:nvPr>
            <p:ph type="pic"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ru-RU"/>
          </a:p>
        </p:txBody>
      </p:sp>
      <p:sp>
        <p:nvSpPr>
          <p:cNvPr id="4" name="Текст 3"/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ru-RU"/>
              <a:t>Образец текста</a:t>
            </a:r>
          </a:p>
        </p:txBody>
      </p:sp>
      <p:sp>
        <p:nvSpPr>
          <p:cNvPr id="5" name="Дата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3061A0F8-AE6A-4D46-B928-7359BADCE883}" type="datetimeFigureOut">
              <a:rPr lang="ru-RU" smtClean="0"/>
              <a:t>22.05.2026</a:t>
            </a:fld>
            <a:endParaRPr lang="ru-RU"/>
          </a:p>
        </p:txBody>
      </p:sp>
      <p:sp>
        <p:nvSpPr>
          <p:cNvPr id="6" name="Нижний колонтитул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ru-RU"/>
          </a:p>
        </p:txBody>
      </p:sp>
      <p:sp>
        <p:nvSpPr>
          <p:cNvPr id="7" name="Номер слайда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E8E2CFF2-B1BA-4529-9310-5B6976D89861}" type="slidenum">
              <a:rPr lang="ru-RU" smtClean="0"/>
              <a:t>‹#›</a:t>
            </a:fld>
            <a:endParaRPr lang="ru-RU"/>
          </a:p>
        </p:txBody>
      </p:sp>
    </p:spTree>
    <p:extLst>
      <p:ext uri="{BB962C8B-B14F-4D97-AF65-F5344CB8AC3E}">
        <p14:creationId xmlns:p14="http://schemas.microsoft.com/office/powerpoint/2010/main" val="1910508918"/>
      </p:ext>
    </p:extLst>
  </p:cSld>
  <p:clrMapOvr>
    <a:masterClrMapping/>
  </p:clrMapOvr>
  <p:transition spd="slow">
    <p:push dir="u"/>
  </p:transition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Заголовок и вертикальный текст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Заголовок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ru-RU"/>
              <a:t>Образец заголовка</a:t>
            </a:r>
          </a:p>
        </p:txBody>
      </p:sp>
      <p:sp>
        <p:nvSpPr>
          <p:cNvPr id="3" name="Вертикальный текст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ru-RU"/>
              <a:t>Образец текста</a:t>
            </a:r>
          </a:p>
          <a:p>
            <a:pPr lvl="1"/>
            <a:r>
              <a:rPr lang="ru-RU"/>
              <a:t>Второй уровень</a:t>
            </a:r>
          </a:p>
          <a:p>
            <a:pPr lvl="2"/>
            <a:r>
              <a:rPr lang="ru-RU"/>
              <a:t>Третий уровень</a:t>
            </a:r>
          </a:p>
          <a:p>
            <a:pPr lvl="3"/>
            <a:r>
              <a:rPr lang="ru-RU"/>
              <a:t>Четвертый уровень</a:t>
            </a:r>
          </a:p>
          <a:p>
            <a:pPr lvl="4"/>
            <a:r>
              <a:rPr lang="ru-RU"/>
              <a:t>Пятый уровень</a:t>
            </a:r>
          </a:p>
        </p:txBody>
      </p:sp>
      <p:sp>
        <p:nvSpPr>
          <p:cNvPr id="4" name="Дата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3061A0F8-AE6A-4D46-B928-7359BADCE883}" type="datetimeFigureOut">
              <a:rPr lang="ru-RU" smtClean="0"/>
              <a:t>22.05.2026</a:t>
            </a:fld>
            <a:endParaRPr lang="ru-RU"/>
          </a:p>
        </p:txBody>
      </p:sp>
      <p:sp>
        <p:nvSpPr>
          <p:cNvPr id="5" name="Нижний колонтитул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ru-RU"/>
          </a:p>
        </p:txBody>
      </p:sp>
      <p:sp>
        <p:nvSpPr>
          <p:cNvPr id="6" name="Номер слайда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E8E2CFF2-B1BA-4529-9310-5B6976D89861}" type="slidenum">
              <a:rPr lang="ru-RU" smtClean="0"/>
              <a:t>‹#›</a:t>
            </a:fld>
            <a:endParaRPr lang="ru-RU"/>
          </a:p>
        </p:txBody>
      </p:sp>
    </p:spTree>
    <p:extLst>
      <p:ext uri="{BB962C8B-B14F-4D97-AF65-F5344CB8AC3E}">
        <p14:creationId xmlns:p14="http://schemas.microsoft.com/office/powerpoint/2010/main" val="1902326937"/>
      </p:ext>
    </p:extLst>
  </p:cSld>
  <p:clrMapOvr>
    <a:masterClrMapping/>
  </p:clrMapOvr>
  <p:transition spd="slow">
    <p:push dir="u"/>
  </p:transition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Вертикальный заголовок и текст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Вертикальный заголовок 1"/>
          <p:cNvSpPr>
            <a:spLocks noGrp="1"/>
          </p:cNvSpPr>
          <p:nvPr>
            <p:ph type="title" orient="vert"/>
          </p:nvPr>
        </p:nvSpPr>
        <p:spPr>
          <a:xfrm>
            <a:off x="8724900" y="365125"/>
            <a:ext cx="2628900" cy="5811838"/>
          </a:xfrm>
        </p:spPr>
        <p:txBody>
          <a:bodyPr vert="eaVert"/>
          <a:lstStyle/>
          <a:p>
            <a:r>
              <a:rPr lang="ru-RU"/>
              <a:t>Образец заголовка</a:t>
            </a:r>
          </a:p>
        </p:txBody>
      </p:sp>
      <p:sp>
        <p:nvSpPr>
          <p:cNvPr id="3" name="Вертикальный текст 2"/>
          <p:cNvSpPr>
            <a:spLocks noGrp="1"/>
          </p:cNvSpPr>
          <p:nvPr>
            <p:ph type="body" orient="vert" idx="1"/>
          </p:nvPr>
        </p:nvSpPr>
        <p:spPr>
          <a:xfrm>
            <a:off x="838200" y="365125"/>
            <a:ext cx="7734300" cy="5811838"/>
          </a:xfrm>
        </p:spPr>
        <p:txBody>
          <a:bodyPr vert="eaVert"/>
          <a:lstStyle/>
          <a:p>
            <a:pPr lvl="0"/>
            <a:r>
              <a:rPr lang="ru-RU"/>
              <a:t>Образец текста</a:t>
            </a:r>
          </a:p>
          <a:p>
            <a:pPr lvl="1"/>
            <a:r>
              <a:rPr lang="ru-RU"/>
              <a:t>Второй уровень</a:t>
            </a:r>
          </a:p>
          <a:p>
            <a:pPr lvl="2"/>
            <a:r>
              <a:rPr lang="ru-RU"/>
              <a:t>Третий уровень</a:t>
            </a:r>
          </a:p>
          <a:p>
            <a:pPr lvl="3"/>
            <a:r>
              <a:rPr lang="ru-RU"/>
              <a:t>Четвертый уровень</a:t>
            </a:r>
          </a:p>
          <a:p>
            <a:pPr lvl="4"/>
            <a:r>
              <a:rPr lang="ru-RU"/>
              <a:t>Пятый уровень</a:t>
            </a:r>
          </a:p>
        </p:txBody>
      </p:sp>
      <p:sp>
        <p:nvSpPr>
          <p:cNvPr id="4" name="Дата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3061A0F8-AE6A-4D46-B928-7359BADCE883}" type="datetimeFigureOut">
              <a:rPr lang="ru-RU" smtClean="0"/>
              <a:t>22.05.2026</a:t>
            </a:fld>
            <a:endParaRPr lang="ru-RU"/>
          </a:p>
        </p:txBody>
      </p:sp>
      <p:sp>
        <p:nvSpPr>
          <p:cNvPr id="5" name="Нижний колонтитул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ru-RU"/>
          </a:p>
        </p:txBody>
      </p:sp>
      <p:sp>
        <p:nvSpPr>
          <p:cNvPr id="6" name="Номер слайда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E8E2CFF2-B1BA-4529-9310-5B6976D89861}" type="slidenum">
              <a:rPr lang="ru-RU" smtClean="0"/>
              <a:t>‹#›</a:t>
            </a:fld>
            <a:endParaRPr lang="ru-RU"/>
          </a:p>
        </p:txBody>
      </p:sp>
    </p:spTree>
    <p:extLst>
      <p:ext uri="{BB962C8B-B14F-4D97-AF65-F5344CB8AC3E}">
        <p14:creationId xmlns:p14="http://schemas.microsoft.com/office/powerpoint/2010/main" val="1905323583"/>
      </p:ext>
    </p:extLst>
  </p:cSld>
  <p:clrMapOvr>
    <a:masterClrMapping/>
  </p:clrMapOvr>
  <p:transition spd="slow">
    <p:push dir="u"/>
  </p:transition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2F2F2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Заголовок 1"/>
          <p:cNvSpPr>
            <a:spLocks noGrp="1"/>
          </p:cNvSpPr>
          <p:nvPr>
            <p:ph type="title"/>
          </p:nvPr>
        </p:nvSpPr>
        <p:spPr>
          <a:xfrm>
            <a:off x="838200" y="365125"/>
            <a:ext cx="10515600" cy="1325563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ru-RU"/>
              <a:t>Образец заголовка</a:t>
            </a:r>
          </a:p>
        </p:txBody>
      </p:sp>
      <p:sp>
        <p:nvSpPr>
          <p:cNvPr id="3" name="Текст 2"/>
          <p:cNvSpPr>
            <a:spLocks noGrp="1"/>
          </p:cNvSpPr>
          <p:nvPr>
            <p:ph type="body" idx="1"/>
          </p:nvPr>
        </p:nvSpPr>
        <p:spPr>
          <a:xfrm>
            <a:off x="838200" y="1825625"/>
            <a:ext cx="10515600" cy="4351338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ru-RU"/>
              <a:t>Образец текста</a:t>
            </a:r>
          </a:p>
          <a:p>
            <a:pPr lvl="1"/>
            <a:r>
              <a:rPr lang="ru-RU"/>
              <a:t>Второй уровень</a:t>
            </a:r>
          </a:p>
          <a:p>
            <a:pPr lvl="2"/>
            <a:r>
              <a:rPr lang="ru-RU"/>
              <a:t>Третий уровень</a:t>
            </a:r>
          </a:p>
          <a:p>
            <a:pPr lvl="3"/>
            <a:r>
              <a:rPr lang="ru-RU"/>
              <a:t>Четвертый уровень</a:t>
            </a:r>
          </a:p>
          <a:p>
            <a:pPr lvl="4"/>
            <a:r>
              <a:rPr lang="ru-RU"/>
              <a:t>Пятый уровень</a:t>
            </a:r>
          </a:p>
        </p:txBody>
      </p:sp>
      <p:sp>
        <p:nvSpPr>
          <p:cNvPr id="4" name="Дата 3"/>
          <p:cNvSpPr>
            <a:spLocks noGrp="1"/>
          </p:cNvSpPr>
          <p:nvPr>
            <p:ph type="dt" sz="half" idx="2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3061A0F8-AE6A-4D46-B928-7359BADCE883}" type="datetimeFigureOut">
              <a:rPr lang="ru-RU" smtClean="0"/>
              <a:t>22.05.2026</a:t>
            </a:fld>
            <a:endParaRPr lang="ru-RU"/>
          </a:p>
        </p:txBody>
      </p:sp>
      <p:sp>
        <p:nvSpPr>
          <p:cNvPr id="5" name="Нижний колонтитул 4"/>
          <p:cNvSpPr>
            <a:spLocks noGrp="1"/>
          </p:cNvSpPr>
          <p:nvPr>
            <p:ph type="ftr" sz="quarter" idx="3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ru-RU"/>
          </a:p>
        </p:txBody>
      </p:sp>
      <p:sp>
        <p:nvSpPr>
          <p:cNvPr id="6" name="Номер слайда 5"/>
          <p:cNvSpPr>
            <a:spLocks noGrp="1"/>
          </p:cNvSpPr>
          <p:nvPr>
            <p:ph type="sldNum" sz="quarter" idx="4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E8E2CFF2-B1BA-4529-9310-5B6976D89861}" type="slidenum">
              <a:rPr lang="ru-RU" smtClean="0"/>
              <a:t>‹#›</a:t>
            </a:fld>
            <a:endParaRPr lang="ru-RU"/>
          </a:p>
        </p:txBody>
      </p:sp>
    </p:spTree>
    <p:extLst>
      <p:ext uri="{BB962C8B-B14F-4D97-AF65-F5344CB8AC3E}">
        <p14:creationId xmlns:p14="http://schemas.microsoft.com/office/powerpoint/2010/main" val="1070863850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ransition spd="slow">
    <p:push dir="u"/>
  </p:transition>
  <p:txStyles>
    <p:titleStyle>
      <a:lvl1pPr algn="l" defTabSz="914400" rtl="0" eaLnBrk="1" latinLnBrk="0" hangingPunct="1">
        <a:lnSpc>
          <a:spcPct val="90000"/>
        </a:lnSpc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228600" indent="-228600" algn="l" defTabSz="914400" rtl="0" eaLnBrk="1" latinLnBrk="0" hangingPunct="1">
        <a:lnSpc>
          <a:spcPct val="90000"/>
        </a:lnSpc>
        <a:spcBef>
          <a:spcPts val="1000"/>
        </a:spcBef>
        <a:buFont typeface="Arial" panose="020B0604020202020204" pitchFamily="34" charset="0"/>
        <a:buChar char="•"/>
        <a:defRPr sz="2800" kern="1200">
          <a:solidFill>
            <a:schemeClr val="tx1"/>
          </a:solidFill>
          <a:latin typeface="+mn-lt"/>
          <a:ea typeface="+mn-ea"/>
          <a:cs typeface="+mn-cs"/>
        </a:defRPr>
      </a:lvl1pPr>
      <a:lvl2pPr marL="685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ru-RU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7.xml"/></Relationships>
</file>

<file path=ppt/slides/_rels/slide2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7.xml"/></Relationships>
</file>

<file path=ppt/slides/_rels/slide3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7.xml"/></Relationships>
</file>

<file path=ppt/slides/_rels/slide4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7.xml"/></Relationships>
</file>

<file path=ppt/slides/_rels/slide5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7.xml"/></Relationships>
</file>

<file path=ppt/slides/_rels/slide6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7.xml"/></Relationships>
</file>

<file path=ppt/slides/_rels/slide7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png"/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7.xml"/></Relationships>
</file>

<file path=ppt/slides/_rels/slide8.xml.rels><?xml version="1.0" encoding="UTF-8" standalone="yes"?>
<Relationships xmlns="http://schemas.openxmlformats.org/package/2006/relationships"><Relationship Id="rId3" Type="http://schemas.openxmlformats.org/officeDocument/2006/relationships/image" Target="../media/image3.png"/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7.xml"/></Relationships>
</file>

<file path=ppt/slides/_rels/slide9.xml.rels><?xml version="1.0" encoding="UTF-8" standalone="yes"?>
<Relationships xmlns="http://schemas.openxmlformats.org/package/2006/relationships"><Relationship Id="rId3" Type="http://schemas.openxmlformats.org/officeDocument/2006/relationships/image" Target="../media/image4.png"/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7.xml"/></Relationships>
</file>

<file path=ppt/slides/_rels/slide10.xml.rels><?xml version="1.0" encoding="UTF-8" standalone="yes"?>
<Relationships xmlns="http://schemas.openxmlformats.org/package/2006/relationships"><Relationship Id="rId3" Type="http://schemas.openxmlformats.org/officeDocument/2006/relationships/image" Target="../media/image5.png"/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7.xml"/></Relationships>
</file>

<file path=ppt/slides/_rels/slide11.xml.rels><?xml version="1.0" encoding="UTF-8" standalone="yes"?>
<Relationships xmlns="http://schemas.openxmlformats.org/package/2006/relationships"><Relationship Id="rId3" Type="http://schemas.openxmlformats.org/officeDocument/2006/relationships/image" Target="../media/image6.png"/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7.xml"/></Relationships>
</file>

<file path=ppt/slides/_rels/slide12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7.xml"/></Relationships>
</file>

<file path=ppt/slides/_rels/slide13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7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" name="Прямоугольник 10"/>
          <p:cNvSpPr/>
          <p:nvPr/>
        </p:nvSpPr>
        <p:spPr>
          <a:xfrm>
            <a:off x="0" y="1905000"/>
            <a:ext cx="12200107" cy="2692792"/>
          </a:xfrm>
          <a:prstGeom prst="rect">
            <a:avLst/>
          </a:prstGeom>
          <a:solidFill>
            <a:srgbClr val="002060"/>
          </a:solidFill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ru-RU" dirty="0">
              <a:solidFill>
                <a:schemeClr val="accent5">
                  <a:lumMod val="75000"/>
                </a:schemeClr>
              </a:solidFill>
            </a:endParaRPr>
          </a:p>
        </p:txBody>
      </p:sp>
      <p:sp>
        <p:nvSpPr>
          <p:cNvPr id="14" name="Прямоугольник 13"/>
          <p:cNvSpPr/>
          <p:nvPr/>
        </p:nvSpPr>
        <p:spPr>
          <a:xfrm>
            <a:off x="1038222" y="2343455"/>
            <a:ext cx="10335012" cy="1384995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 algn="ctr">
              <a:spcAft>
                <a:spcPts val="0"/>
              </a:spcAft>
            </a:pPr>
            <a:r>
              <a:rPr lang="ru-RU" sz="2800" b="1" dirty="0">
                <a:solidFill>
                  <a:schemeClr val="bg1"/>
                </a:solidFill>
                <a:latin typeface="Times New Roman" panose="02020603050405020304" pitchFamily="18" charset="0"/>
                <a:ea typeface="Times New Roman" panose="02020603050405020304" pitchFamily="18" charset="0"/>
              </a:rPr>
              <a:t>ФОРМИРОВАНИЕ ПРОФЕССИОНАЛЬНОЙ КОМПЕТЕНЦИИ СПЕЦИАЛИСТОВ СРЕДНЕГО ЗВЕНА</a:t>
            </a:r>
            <a:r>
              <a:rPr lang="en-US" sz="2800" b="1" dirty="0">
                <a:solidFill>
                  <a:schemeClr val="bg1"/>
                </a:solidFill>
                <a:latin typeface="Times New Roman" panose="02020603050405020304" pitchFamily="18" charset="0"/>
                <a:ea typeface="Times New Roman" panose="02020603050405020304" pitchFamily="18" charset="0"/>
              </a:rPr>
              <a:t> </a:t>
            </a:r>
          </a:p>
          <a:p>
            <a:pPr algn="ctr">
              <a:spcAft>
                <a:spcPts val="0"/>
              </a:spcAft>
            </a:pPr>
            <a:r>
              <a:rPr lang="ru-RU" sz="2800" b="1" dirty="0">
                <a:solidFill>
                  <a:schemeClr val="bg1"/>
                </a:solidFill>
                <a:latin typeface="Times New Roman" panose="02020603050405020304" pitchFamily="18" charset="0"/>
                <a:ea typeface="Times New Roman" panose="02020603050405020304" pitchFamily="18" charset="0"/>
              </a:rPr>
              <a:t>В ОБЛАСТИ  ГРАФИЧЕСКОГО ДИЗАЙНА </a:t>
            </a:r>
          </a:p>
        </p:txBody>
      </p:sp>
      <p:sp>
        <p:nvSpPr>
          <p:cNvPr id="10" name="Прямоугольник 9"/>
          <p:cNvSpPr/>
          <p:nvPr/>
        </p:nvSpPr>
        <p:spPr>
          <a:xfrm>
            <a:off x="380977" y="347045"/>
            <a:ext cx="11506223" cy="615553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 algn="ctr"/>
            <a:r>
              <a:rPr lang="ru-RU" sz="14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АВТОНОМНАЯ НЕКОММЕРЧЕСКАЯ ПРОФЕССИОНАЛЬНАЯ ОБРАЗОВАТЕЛЬНАЯ ОРГАНИЗАЦИЯ</a:t>
            </a:r>
            <a:endParaRPr lang="ru-RU" sz="14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 algn="ctr"/>
            <a:r>
              <a:rPr lang="ru-RU" sz="20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 «СУРГУТСКИЙ ИНСТИТУТ ЭКОНОМИКИ, УПРАВЛЕНИЯ И ПРАВА»</a:t>
            </a:r>
            <a:endParaRPr lang="ru-RU" sz="20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15" name="CustomShape 3"/>
          <p:cNvSpPr/>
          <p:nvPr/>
        </p:nvSpPr>
        <p:spPr>
          <a:xfrm>
            <a:off x="5644444" y="5036246"/>
            <a:ext cx="6321888" cy="1240375"/>
          </a:xfrm>
          <a:prstGeom prst="rect">
            <a:avLst/>
          </a:prstGeom>
          <a:noFill/>
          <a:ln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/>
          <a:lstStyle/>
          <a:p>
            <a:pPr>
              <a:lnSpc>
                <a:spcPct val="100000"/>
              </a:lnSpc>
            </a:pPr>
            <a:r>
              <a:rPr lang="ru-RU" sz="1400" b="0" strike="noStrike" spc="-1" dirty="0">
                <a:latin typeface="Times New Roman"/>
              </a:rPr>
              <a:t>Докладчик:</a:t>
            </a:r>
            <a:r>
              <a:rPr lang="en-US" sz="1400" b="0" strike="noStrike" spc="-1" dirty="0">
                <a:latin typeface="Times New Roman"/>
              </a:rPr>
              <a:t> </a:t>
            </a:r>
            <a:r>
              <a:rPr lang="ru-RU" sz="1400" b="0" strike="noStrike" spc="-1" dirty="0">
                <a:highlight>
                  <a:srgbClr val="FFFF00"/>
                </a:highlight>
                <a:latin typeface="Times New Roman"/>
              </a:rPr>
              <a:t>И</a:t>
            </a:r>
            <a:r>
              <a:rPr lang="ru-RU" sz="1400" spc="-1" dirty="0">
                <a:highlight>
                  <a:srgbClr val="FFFF00"/>
                </a:highlight>
                <a:latin typeface="Times New Roman"/>
              </a:rPr>
              <a:t>сламов Линар </a:t>
            </a:r>
            <a:r>
              <a:rPr lang="ru-RU" sz="1400" spc="-1" dirty="0" err="1">
                <a:highlight>
                  <a:srgbClr val="FFFF00"/>
                </a:highlight>
                <a:latin typeface="Times New Roman"/>
              </a:rPr>
              <a:t>Радикович</a:t>
            </a:r>
            <a:r>
              <a:rPr lang="ru-RU" sz="1400" b="0" strike="noStrike" spc="-1" dirty="0">
                <a:latin typeface="Times New Roman"/>
              </a:rPr>
              <a:t>, </a:t>
            </a:r>
          </a:p>
          <a:p>
            <a:pPr>
              <a:lnSpc>
                <a:spcPct val="100000"/>
              </a:lnSpc>
            </a:pPr>
            <a:r>
              <a:rPr lang="ru-RU" sz="1400" spc="-1" dirty="0">
                <a:latin typeface="Times New Roman"/>
              </a:rPr>
              <a:t>с</a:t>
            </a:r>
            <a:r>
              <a:rPr lang="ru-RU" sz="1400" b="0" strike="noStrike" spc="-1" dirty="0">
                <a:latin typeface="Times New Roman"/>
              </a:rPr>
              <a:t>тудент группы </a:t>
            </a:r>
            <a:r>
              <a:rPr lang="ru-RU" sz="1400" b="0" strike="noStrike" spc="-1" dirty="0">
                <a:highlight>
                  <a:srgbClr val="FFFF00"/>
                </a:highlight>
                <a:latin typeface="Times New Roman"/>
              </a:rPr>
              <a:t>ИС </a:t>
            </a:r>
            <a:r>
              <a:rPr lang="ru-RU" sz="1400" spc="-1" dirty="0" smtClean="0">
                <a:highlight>
                  <a:srgbClr val="FFFF00"/>
                </a:highlight>
                <a:latin typeface="Times New Roman"/>
              </a:rPr>
              <a:t>2</a:t>
            </a:r>
            <a:r>
              <a:rPr lang="en-US" sz="1400" spc="-1" smtClean="0">
                <a:highlight>
                  <a:srgbClr val="FFFF00"/>
                </a:highlight>
                <a:latin typeface="Times New Roman"/>
              </a:rPr>
              <a:t>2/</a:t>
            </a:r>
            <a:r>
              <a:rPr lang="ru-RU" sz="1400" spc="-1" dirty="0">
                <a:highlight>
                  <a:srgbClr val="FFFF00"/>
                </a:highlight>
                <a:latin typeface="Times New Roman"/>
              </a:rPr>
              <a:t>9 П</a:t>
            </a:r>
            <a:endParaRPr lang="ru-RU" sz="1400" b="0" strike="noStrike" spc="-1" dirty="0">
              <a:highlight>
                <a:srgbClr val="FFFF00"/>
              </a:highlight>
              <a:latin typeface="Arial"/>
            </a:endParaRPr>
          </a:p>
          <a:p>
            <a:pPr>
              <a:lnSpc>
                <a:spcPct val="100000"/>
              </a:lnSpc>
            </a:pPr>
            <a:r>
              <a:rPr lang="ru-RU" sz="1400" b="0" strike="noStrike" spc="-1" dirty="0">
                <a:latin typeface="Times New Roman"/>
              </a:rPr>
              <a:t>Специальность: </a:t>
            </a:r>
            <a:r>
              <a:rPr lang="ru-RU" sz="14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09.02.07 Информационные системы и программирование</a:t>
            </a:r>
            <a:endParaRPr lang="en-US" sz="14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>
              <a:lnSpc>
                <a:spcPct val="100000"/>
              </a:lnSpc>
            </a:pPr>
            <a:r>
              <a:rPr lang="ru-RU" sz="1400" b="0" strike="noStrike" spc="-1" dirty="0">
                <a:latin typeface="Times New Roman"/>
              </a:rPr>
              <a:t>Научный руководитель: </a:t>
            </a:r>
            <a:r>
              <a:rPr lang="ru-RU" sz="1400" spc="-1" dirty="0">
                <a:latin typeface="Times New Roman"/>
              </a:rPr>
              <a:t>Безденежный Виктор Павлович, п</a:t>
            </a:r>
            <a:r>
              <a:rPr lang="ru-RU" sz="1400" b="0" strike="noStrike" spc="-1" dirty="0">
                <a:latin typeface="Times New Roman"/>
              </a:rPr>
              <a:t>реподаватель АНПОО </a:t>
            </a:r>
            <a:r>
              <a:rPr lang="ru-RU" sz="1400" spc="-1" dirty="0">
                <a:latin typeface="Times New Roman"/>
              </a:rPr>
              <a:t>«Сургутский институт экономики, управления и права»</a:t>
            </a:r>
            <a:endParaRPr lang="ru-RU" sz="1400" b="0" strike="noStrike" spc="-1" dirty="0">
              <a:latin typeface="Times New Roman"/>
            </a:endParaRPr>
          </a:p>
          <a:p>
            <a:pPr>
              <a:lnSpc>
                <a:spcPct val="100000"/>
              </a:lnSpc>
            </a:pPr>
            <a:endParaRPr lang="ru-RU" sz="1400" b="0" strike="noStrike" spc="-1" dirty="0">
              <a:latin typeface="Arial"/>
            </a:endParaRPr>
          </a:p>
          <a:p>
            <a:pPr>
              <a:lnSpc>
                <a:spcPct val="100000"/>
              </a:lnSpc>
              <a:spcBef>
                <a:spcPts val="320"/>
              </a:spcBef>
            </a:pPr>
            <a:endParaRPr lang="ru-RU" sz="1600" b="0" strike="noStrike" spc="-1" dirty="0">
              <a:latin typeface="Arial"/>
            </a:endParaRPr>
          </a:p>
        </p:txBody>
      </p:sp>
      <p:sp>
        <p:nvSpPr>
          <p:cNvPr id="3" name="TextBox 2"/>
          <p:cNvSpPr txBox="1"/>
          <p:nvPr/>
        </p:nvSpPr>
        <p:spPr>
          <a:xfrm>
            <a:off x="3320029" y="4011696"/>
            <a:ext cx="5560048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ru-RU" b="1" dirty="0">
                <a:solidFill>
                  <a:schemeClr val="bg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ВЫПУСКНАЯ КВАЛИФИКАЦИОННАЯ РАБОТА</a:t>
            </a:r>
          </a:p>
        </p:txBody>
      </p:sp>
      <p:pic>
        <p:nvPicPr>
          <p:cNvPr id="4" name="Рисунок 3"/>
          <p:cNvPicPr>
            <a:picLocks noChangeAspect="1"/>
          </p:cNvPicPr>
          <p:nvPr/>
        </p:nvPicPr>
        <p:blipFill>
          <a:blip r:embed="rId2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380977" y="132635"/>
            <a:ext cx="597147" cy="829963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253294529"/>
      </p:ext>
    </p:extLst>
  </p:cSld>
  <p:clrMapOvr>
    <a:masterClrMapping/>
  </p:clrMapOvr>
  <p:transition spd="slow">
    <p:push dir="u"/>
  </p:transition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Прямоугольник 1"/>
          <p:cNvSpPr/>
          <p:nvPr/>
        </p:nvSpPr>
        <p:spPr>
          <a:xfrm>
            <a:off x="6870700" y="0"/>
            <a:ext cx="5321300" cy="190500"/>
          </a:xfrm>
          <a:prstGeom prst="rect">
            <a:avLst/>
          </a:prstGeom>
          <a:solidFill>
            <a:srgbClr val="002060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ru-RU"/>
          </a:p>
        </p:txBody>
      </p:sp>
      <p:sp>
        <p:nvSpPr>
          <p:cNvPr id="9" name="Прямоугольник 8"/>
          <p:cNvSpPr/>
          <p:nvPr/>
        </p:nvSpPr>
        <p:spPr>
          <a:xfrm>
            <a:off x="0" y="6667500"/>
            <a:ext cx="5321300" cy="190500"/>
          </a:xfrm>
          <a:prstGeom prst="rect">
            <a:avLst/>
          </a:prstGeom>
          <a:solidFill>
            <a:srgbClr val="002060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ru-RU"/>
          </a:p>
        </p:txBody>
      </p:sp>
      <p:sp>
        <p:nvSpPr>
          <p:cNvPr id="3" name="TextBox 2"/>
          <p:cNvSpPr txBox="1"/>
          <p:nvPr/>
        </p:nvSpPr>
        <p:spPr>
          <a:xfrm>
            <a:off x="353683" y="1072182"/>
            <a:ext cx="3769909" cy="52322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ru-RU" sz="2800" b="1" dirty="0">
                <a:solidFill>
                  <a:srgbClr val="002060"/>
                </a:solidFill>
                <a:latin typeface="Times New Roman" panose="02020603050405020304" pitchFamily="18" charset="0"/>
                <a:ea typeface="Calibri" panose="020F0502020204030204" pitchFamily="34" charset="0"/>
              </a:rPr>
              <a:t>АКТУАЛЬНОСТЬ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11890314" y="6482834"/>
            <a:ext cx="300082" cy="369332"/>
          </a:xfrm>
          <a:prstGeom prst="rect">
            <a:avLst/>
          </a:prstGeom>
          <a:solidFill>
            <a:srgbClr val="DBDEE1"/>
          </a:solidFill>
        </p:spPr>
        <p:txBody>
          <a:bodyPr wrap="none" rtlCol="0">
            <a:spAutoFit/>
          </a:bodyPr>
          <a:lstStyle/>
          <a:p>
            <a:r>
              <a:rPr lang="ru-RU" dirty="0">
                <a:solidFill>
                  <a:schemeClr val="bg1">
                    <a:lumMod val="50000"/>
                  </a:schemeClr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2</a:t>
            </a:r>
          </a:p>
        </p:txBody>
      </p:sp>
      <p:sp>
        <p:nvSpPr>
          <p:cNvPr id="6" name="Прямоугольник 5"/>
          <p:cNvSpPr/>
          <p:nvPr/>
        </p:nvSpPr>
        <p:spPr>
          <a:xfrm flipV="1">
            <a:off x="353683" y="1611236"/>
            <a:ext cx="3584573" cy="45719"/>
          </a:xfrm>
          <a:prstGeom prst="rect">
            <a:avLst/>
          </a:prstGeom>
          <a:solidFill>
            <a:srgbClr val="002060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ru-RU"/>
          </a:p>
        </p:txBody>
      </p:sp>
      <p:pic>
        <p:nvPicPr>
          <p:cNvPr id="24" name="Рисунок 23"/>
          <p:cNvPicPr>
            <a:picLocks noChangeAspect="1"/>
          </p:cNvPicPr>
          <p:nvPr/>
        </p:nvPicPr>
        <p:blipFill>
          <a:blip r:embed="rId2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380977" y="132635"/>
            <a:ext cx="597147" cy="829963"/>
          </a:xfrm>
          <a:prstGeom prst="rect">
            <a:avLst/>
          </a:prstGeom>
        </p:spPr>
      </p:pic>
      <p:sp>
        <p:nvSpPr>
          <p:cNvPr id="4" name="Прямоугольник 3"/>
          <p:cNvSpPr/>
          <p:nvPr/>
        </p:nvSpPr>
        <p:spPr>
          <a:xfrm>
            <a:off x="3938257" y="547616"/>
            <a:ext cx="7982538" cy="5751583"/>
          </a:xfrm>
          <a:prstGeom prst="rect">
            <a:avLst/>
          </a:prstGeom>
          <a:noFill/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ru-RU"/>
          </a:p>
        </p:txBody>
      </p:sp>
      <p:sp>
        <p:nvSpPr>
          <p:cNvPr id="5" name="TextBox 4">
            <a:extLst>
              <a:ext uri="{FF2B5EF4-FFF2-40B4-BE49-F238E27FC236}">
                <a16:creationId xmlns:a16="http://schemas.microsoft.com/office/drawing/2014/main" id="{947D8407-404C-4146-AD7A-D71F8B2D5152}"/>
              </a:ext>
            </a:extLst>
          </p:cNvPr>
          <p:cNvSpPr txBox="1"/>
          <p:nvPr/>
        </p:nvSpPr>
        <p:spPr>
          <a:xfrm>
            <a:off x="3938256" y="558801"/>
            <a:ext cx="7982538" cy="378565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ru-RU" sz="2400" b="0" i="0" dirty="0">
                <a:effectLst/>
                <a:latin typeface="Times New Roman" panose="02020603050405020304" pitchFamily="18" charset="0"/>
                <a:cs typeface="Times New Roman" panose="02020603050405020304" pitchFamily="18" charset="0"/>
              </a:rPr>
              <a:t>В современных условиях цифровизации общества и образования возрастает значимость эффективного взаимодействия между дошкольными образовательными организациями и семьями воспитанников. Формирование читательских интересов у детей дошкольного возраста — одна из ключевых задач, определяющих успешность их дальнейшего интеллектуального, речевого и личностного развития. Однако традиционные формы работы с родителями не всегда обеспечивают необходимую вовлечённость и оперативность обмена информацией.</a:t>
            </a:r>
            <a:endParaRPr lang="ru-RU" sz="24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3640461214"/>
      </p:ext>
    </p:extLst>
  </p:cSld>
  <p:clrMapOvr>
    <a:masterClrMapping/>
  </p:clrMapOvr>
  <p:transition spd="slow">
    <p:push dir="u"/>
  </p:transition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Прямоугольник 1"/>
          <p:cNvSpPr/>
          <p:nvPr/>
        </p:nvSpPr>
        <p:spPr>
          <a:xfrm>
            <a:off x="6870700" y="0"/>
            <a:ext cx="5321300" cy="190500"/>
          </a:xfrm>
          <a:prstGeom prst="rect">
            <a:avLst/>
          </a:prstGeom>
          <a:solidFill>
            <a:srgbClr val="002060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ru-RU"/>
          </a:p>
        </p:txBody>
      </p:sp>
      <p:sp>
        <p:nvSpPr>
          <p:cNvPr id="9" name="Прямоугольник 8"/>
          <p:cNvSpPr/>
          <p:nvPr/>
        </p:nvSpPr>
        <p:spPr>
          <a:xfrm>
            <a:off x="0" y="6667500"/>
            <a:ext cx="5321300" cy="190500"/>
          </a:xfrm>
          <a:prstGeom prst="rect">
            <a:avLst/>
          </a:prstGeom>
          <a:solidFill>
            <a:srgbClr val="002060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ru-RU"/>
          </a:p>
        </p:txBody>
      </p:sp>
      <p:sp>
        <p:nvSpPr>
          <p:cNvPr id="12" name="TextBox 11"/>
          <p:cNvSpPr txBox="1"/>
          <p:nvPr/>
        </p:nvSpPr>
        <p:spPr>
          <a:xfrm>
            <a:off x="11890314" y="6482834"/>
            <a:ext cx="300082" cy="369332"/>
          </a:xfrm>
          <a:prstGeom prst="rect">
            <a:avLst/>
          </a:prstGeom>
          <a:solidFill>
            <a:srgbClr val="DBDEE1"/>
          </a:solidFill>
        </p:spPr>
        <p:txBody>
          <a:bodyPr wrap="none" rtlCol="0">
            <a:spAutoFit/>
          </a:bodyPr>
          <a:lstStyle/>
          <a:p>
            <a:r>
              <a:rPr lang="ru-RU" dirty="0">
                <a:solidFill>
                  <a:schemeClr val="bg1">
                    <a:lumMod val="50000"/>
                  </a:schemeClr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2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353681" y="1143526"/>
            <a:ext cx="3769909" cy="52322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ru-RU" sz="2800" b="1" dirty="0">
                <a:solidFill>
                  <a:srgbClr val="002060"/>
                </a:solidFill>
                <a:latin typeface="Times New Roman" panose="02020603050405020304" pitchFamily="18" charset="0"/>
                <a:ea typeface="Calibri" panose="020F0502020204030204" pitchFamily="34" charset="0"/>
              </a:rPr>
              <a:t>ОБЪЕКТ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353680" y="3674200"/>
            <a:ext cx="3769909" cy="52322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ru-RU" sz="2800" b="1" dirty="0">
                <a:solidFill>
                  <a:srgbClr val="002060"/>
                </a:solidFill>
                <a:latin typeface="Times New Roman" panose="02020603050405020304" pitchFamily="18" charset="0"/>
                <a:ea typeface="Calibri" panose="020F0502020204030204" pitchFamily="34" charset="0"/>
              </a:rPr>
              <a:t>ПРЕДМЕТ</a:t>
            </a:r>
          </a:p>
        </p:txBody>
      </p:sp>
      <p:sp>
        <p:nvSpPr>
          <p:cNvPr id="20" name="Прямоугольник 19"/>
          <p:cNvSpPr/>
          <p:nvPr/>
        </p:nvSpPr>
        <p:spPr>
          <a:xfrm flipV="1">
            <a:off x="353680" y="1659562"/>
            <a:ext cx="3584573" cy="45719"/>
          </a:xfrm>
          <a:prstGeom prst="rect">
            <a:avLst/>
          </a:prstGeom>
          <a:solidFill>
            <a:srgbClr val="002060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ru-RU"/>
          </a:p>
        </p:txBody>
      </p:sp>
      <p:sp>
        <p:nvSpPr>
          <p:cNvPr id="21" name="Прямоугольник 20"/>
          <p:cNvSpPr/>
          <p:nvPr/>
        </p:nvSpPr>
        <p:spPr>
          <a:xfrm flipV="1">
            <a:off x="353679" y="4280817"/>
            <a:ext cx="3584573" cy="45719"/>
          </a:xfrm>
          <a:prstGeom prst="rect">
            <a:avLst/>
          </a:prstGeom>
          <a:solidFill>
            <a:srgbClr val="002060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ru-RU"/>
          </a:p>
        </p:txBody>
      </p:sp>
      <p:pic>
        <p:nvPicPr>
          <p:cNvPr id="24" name="Рисунок 23"/>
          <p:cNvPicPr>
            <a:picLocks noChangeAspect="1"/>
          </p:cNvPicPr>
          <p:nvPr/>
        </p:nvPicPr>
        <p:blipFill>
          <a:blip r:embed="rId2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380977" y="132635"/>
            <a:ext cx="597147" cy="829963"/>
          </a:xfrm>
          <a:prstGeom prst="rect">
            <a:avLst/>
          </a:prstGeom>
        </p:spPr>
      </p:pic>
      <p:sp>
        <p:nvSpPr>
          <p:cNvPr id="4" name="Прямоугольник 3"/>
          <p:cNvSpPr/>
          <p:nvPr/>
        </p:nvSpPr>
        <p:spPr>
          <a:xfrm>
            <a:off x="3938253" y="547616"/>
            <a:ext cx="7952061" cy="2884206"/>
          </a:xfrm>
          <a:prstGeom prst="rect">
            <a:avLst/>
          </a:prstGeom>
          <a:noFill/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ru-RU"/>
          </a:p>
        </p:txBody>
      </p:sp>
      <p:sp>
        <p:nvSpPr>
          <p:cNvPr id="16" name="Прямоугольник 15"/>
          <p:cNvSpPr/>
          <p:nvPr/>
        </p:nvSpPr>
        <p:spPr>
          <a:xfrm>
            <a:off x="3938253" y="3658780"/>
            <a:ext cx="7952062" cy="2696864"/>
          </a:xfrm>
          <a:prstGeom prst="rect">
            <a:avLst/>
          </a:prstGeom>
          <a:noFill/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ru-RU"/>
          </a:p>
        </p:txBody>
      </p:sp>
      <p:sp>
        <p:nvSpPr>
          <p:cNvPr id="3" name="TextBox 2">
            <a:extLst>
              <a:ext uri="{FF2B5EF4-FFF2-40B4-BE49-F238E27FC236}">
                <a16:creationId xmlns:a16="http://schemas.microsoft.com/office/drawing/2014/main" id="{74A1D5BD-8697-41E5-ACDD-797A44DF3F8F}"/>
              </a:ext>
            </a:extLst>
          </p:cNvPr>
          <p:cNvSpPr txBox="1"/>
          <p:nvPr/>
        </p:nvSpPr>
        <p:spPr>
          <a:xfrm>
            <a:off x="3938252" y="3674200"/>
            <a:ext cx="7952062" cy="156966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ru-RU" sz="2400" b="0" i="0" dirty="0">
                <a:effectLst/>
                <a:latin typeface="Times New Roman" panose="02020603050405020304" pitchFamily="18" charset="0"/>
                <a:cs typeface="Times New Roman" panose="02020603050405020304" pitchFamily="18" charset="0"/>
              </a:rPr>
              <a:t>Разработка и использование </a:t>
            </a:r>
            <a:r>
              <a:rPr lang="ru-RU" sz="2400" b="0" i="1" dirty="0" err="1">
                <a:effectLst/>
                <a:latin typeface="Times New Roman" panose="02020603050405020304" pitchFamily="18" charset="0"/>
                <a:cs typeface="Times New Roman" panose="02020603050405020304" pitchFamily="18" charset="0"/>
              </a:rPr>
              <a:t>web</a:t>
            </a:r>
            <a:r>
              <a:rPr lang="ru-RU" sz="2400" b="0" i="1" dirty="0">
                <a:effectLst/>
                <a:latin typeface="Times New Roman" panose="02020603050405020304" pitchFamily="18" charset="0"/>
                <a:cs typeface="Times New Roman" panose="02020603050405020304" pitchFamily="18" charset="0"/>
              </a:rPr>
              <a:t>-приложения</a:t>
            </a:r>
            <a:r>
              <a:rPr lang="ru-RU" sz="2400" b="0" i="0" dirty="0">
                <a:effectLst/>
                <a:latin typeface="Times New Roman" panose="02020603050405020304" pitchFamily="18" charset="0"/>
                <a:cs typeface="Times New Roman" panose="02020603050405020304" pitchFamily="18" charset="0"/>
              </a:rPr>
              <a:t> как инструмента для организации и поддержки взаимодействия между педагогами и родителями с целью формирования читательских интересов у дошкольников.</a:t>
            </a:r>
            <a:endParaRPr lang="ru-RU" sz="24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5" name="TextBox 4">
            <a:extLst>
              <a:ext uri="{FF2B5EF4-FFF2-40B4-BE49-F238E27FC236}">
                <a16:creationId xmlns:a16="http://schemas.microsoft.com/office/drawing/2014/main" id="{0A7D307F-B69A-4529-A2FE-EBE64FBF652C}"/>
              </a:ext>
            </a:extLst>
          </p:cNvPr>
          <p:cNvSpPr txBox="1"/>
          <p:nvPr/>
        </p:nvSpPr>
        <p:spPr>
          <a:xfrm>
            <a:off x="3938252" y="547616"/>
            <a:ext cx="7952061" cy="1200329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ru-RU" sz="2400" dirty="0">
                <a:effectLst/>
                <a:latin typeface="Times New Roman" panose="02020603050405020304" pitchFamily="18" charset="0"/>
                <a:ea typeface="Calibri" panose="020F0502020204030204" pitchFamily="34" charset="0"/>
              </a:rPr>
              <a:t>Процесс взаимодействия дошкольной образовательной организации и семьи, направленный на формирование читательских интересов у детей дошкольного возраста.</a:t>
            </a:r>
            <a:endParaRPr lang="ru-RU" sz="2400" dirty="0"/>
          </a:p>
        </p:txBody>
      </p:sp>
    </p:spTree>
    <p:extLst>
      <p:ext uri="{BB962C8B-B14F-4D97-AF65-F5344CB8AC3E}">
        <p14:creationId xmlns:p14="http://schemas.microsoft.com/office/powerpoint/2010/main" val="2228732897"/>
      </p:ext>
    </p:extLst>
  </p:cSld>
  <p:clrMapOvr>
    <a:masterClrMapping/>
  </p:clrMapOvr>
  <p:transition spd="slow">
    <p:push dir="u"/>
  </p:transition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Прямоугольник 1"/>
          <p:cNvSpPr/>
          <p:nvPr/>
        </p:nvSpPr>
        <p:spPr>
          <a:xfrm>
            <a:off x="6870700" y="0"/>
            <a:ext cx="5321300" cy="190500"/>
          </a:xfrm>
          <a:prstGeom prst="rect">
            <a:avLst/>
          </a:prstGeom>
          <a:solidFill>
            <a:srgbClr val="002060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ru-RU"/>
          </a:p>
        </p:txBody>
      </p:sp>
      <p:sp>
        <p:nvSpPr>
          <p:cNvPr id="9" name="Прямоугольник 8"/>
          <p:cNvSpPr/>
          <p:nvPr/>
        </p:nvSpPr>
        <p:spPr>
          <a:xfrm>
            <a:off x="0" y="6667500"/>
            <a:ext cx="5321300" cy="190500"/>
          </a:xfrm>
          <a:prstGeom prst="rect">
            <a:avLst/>
          </a:prstGeom>
          <a:solidFill>
            <a:srgbClr val="002060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ru-RU"/>
          </a:p>
        </p:txBody>
      </p:sp>
      <p:sp>
        <p:nvSpPr>
          <p:cNvPr id="12" name="TextBox 11"/>
          <p:cNvSpPr txBox="1"/>
          <p:nvPr/>
        </p:nvSpPr>
        <p:spPr>
          <a:xfrm>
            <a:off x="11890314" y="6482834"/>
            <a:ext cx="300082" cy="369332"/>
          </a:xfrm>
          <a:prstGeom prst="rect">
            <a:avLst/>
          </a:prstGeom>
          <a:solidFill>
            <a:srgbClr val="DBDEE1"/>
          </a:solidFill>
        </p:spPr>
        <p:txBody>
          <a:bodyPr wrap="none" rtlCol="0">
            <a:spAutoFit/>
          </a:bodyPr>
          <a:lstStyle/>
          <a:p>
            <a:r>
              <a:rPr lang="ru-RU" dirty="0">
                <a:solidFill>
                  <a:schemeClr val="bg1">
                    <a:lumMod val="50000"/>
                  </a:schemeClr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2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353679" y="1152936"/>
            <a:ext cx="3769909" cy="52322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ru-RU" sz="2800" b="1" dirty="0">
                <a:solidFill>
                  <a:srgbClr val="002060"/>
                </a:solidFill>
                <a:latin typeface="Times New Roman" panose="02020603050405020304" pitchFamily="18" charset="0"/>
                <a:ea typeface="Calibri" panose="020F0502020204030204" pitchFamily="34" charset="0"/>
              </a:rPr>
              <a:t>МЕТОДЫ</a:t>
            </a:r>
          </a:p>
        </p:txBody>
      </p:sp>
      <p:sp>
        <p:nvSpPr>
          <p:cNvPr id="22" name="Прямоугольник 21"/>
          <p:cNvSpPr/>
          <p:nvPr/>
        </p:nvSpPr>
        <p:spPr>
          <a:xfrm flipV="1">
            <a:off x="353677" y="1703233"/>
            <a:ext cx="3584573" cy="45719"/>
          </a:xfrm>
          <a:prstGeom prst="rect">
            <a:avLst/>
          </a:prstGeom>
          <a:solidFill>
            <a:srgbClr val="002060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ru-RU"/>
          </a:p>
        </p:txBody>
      </p:sp>
      <p:pic>
        <p:nvPicPr>
          <p:cNvPr id="24" name="Рисунок 23"/>
          <p:cNvPicPr>
            <a:picLocks noChangeAspect="1"/>
          </p:cNvPicPr>
          <p:nvPr/>
        </p:nvPicPr>
        <p:blipFill>
          <a:blip r:embed="rId2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380977" y="132635"/>
            <a:ext cx="597147" cy="829963"/>
          </a:xfrm>
          <a:prstGeom prst="rect">
            <a:avLst/>
          </a:prstGeom>
        </p:spPr>
      </p:pic>
      <p:sp>
        <p:nvSpPr>
          <p:cNvPr id="4" name="Прямоугольник 3"/>
          <p:cNvSpPr/>
          <p:nvPr/>
        </p:nvSpPr>
        <p:spPr>
          <a:xfrm>
            <a:off x="3938251" y="547616"/>
            <a:ext cx="7952064" cy="5762872"/>
          </a:xfrm>
          <a:prstGeom prst="rect">
            <a:avLst/>
          </a:prstGeom>
          <a:noFill/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ru-RU"/>
          </a:p>
        </p:txBody>
      </p:sp>
      <p:sp>
        <p:nvSpPr>
          <p:cNvPr id="3" name="TextBox 2">
            <a:extLst>
              <a:ext uri="{FF2B5EF4-FFF2-40B4-BE49-F238E27FC236}">
                <a16:creationId xmlns:a16="http://schemas.microsoft.com/office/drawing/2014/main" id="{B2330002-623E-4DAB-91E1-7E7FBEE20142}"/>
              </a:ext>
            </a:extLst>
          </p:cNvPr>
          <p:cNvSpPr txBox="1"/>
          <p:nvPr/>
        </p:nvSpPr>
        <p:spPr>
          <a:xfrm>
            <a:off x="3938250" y="547616"/>
            <a:ext cx="7952064" cy="610423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marL="342900" lvl="0" indent="-342900" algn="just">
              <a:lnSpc>
                <a:spcPct val="150000"/>
              </a:lnSpc>
              <a:buFont typeface="Symbol" panose="05050102010706020507" pitchFamily="18" charset="2"/>
              <a:buChar char=""/>
            </a:pPr>
            <a:r>
              <a:rPr lang="ru-RU" sz="2400" dirty="0">
                <a:effectLst/>
                <a:latin typeface="Times New Roman" panose="02020603050405020304" pitchFamily="18" charset="0"/>
                <a:ea typeface="Calibri" panose="020F0502020204030204" pitchFamily="34" charset="0"/>
                <a:cs typeface="Times New Roman" panose="02020603050405020304" pitchFamily="18" charset="0"/>
              </a:rPr>
              <a:t>Теоретические методы: анализ педагогической, психологической и технической литературы; изучение нормативно-правовой базы образования; системный подход к проектированию интерфейсов</a:t>
            </a:r>
          </a:p>
          <a:p>
            <a:pPr marL="342900" lvl="0" indent="-342900" algn="just">
              <a:lnSpc>
                <a:spcPct val="150000"/>
              </a:lnSpc>
              <a:buFont typeface="Symbol" panose="05050102010706020507" pitchFamily="18" charset="2"/>
              <a:buChar char=""/>
            </a:pPr>
            <a:r>
              <a:rPr lang="ru-RU" sz="2400" dirty="0">
                <a:effectLst/>
                <a:latin typeface="Times New Roman" panose="02020603050405020304" pitchFamily="18" charset="0"/>
                <a:ea typeface="Calibri" panose="020F0502020204030204" pitchFamily="34" charset="0"/>
                <a:cs typeface="Times New Roman" panose="02020603050405020304" pitchFamily="18" charset="0"/>
              </a:rPr>
              <a:t>Эмпирические методы: опрос родителей и воспитателей; педагогическое моделирование; метод экспертной оценки прототипа приложения.</a:t>
            </a:r>
          </a:p>
          <a:p>
            <a:pPr marL="342900" lvl="0" indent="-342900" algn="just">
              <a:lnSpc>
                <a:spcPct val="150000"/>
              </a:lnSpc>
              <a:spcAft>
                <a:spcPts val="800"/>
              </a:spcAft>
              <a:buFont typeface="Symbol" panose="05050102010706020507" pitchFamily="18" charset="2"/>
              <a:buChar char=""/>
            </a:pPr>
            <a:r>
              <a:rPr lang="ru-RU" sz="2400" dirty="0">
                <a:effectLst/>
                <a:latin typeface="Times New Roman" panose="02020603050405020304" pitchFamily="18" charset="0"/>
                <a:ea typeface="Calibri" panose="020F0502020204030204" pitchFamily="34" charset="0"/>
                <a:cs typeface="Times New Roman" panose="02020603050405020304" pitchFamily="18" charset="0"/>
              </a:rPr>
              <a:t>Методы проектирования: создание алгоритмов взаимодействия, прототипирование интерфейсов, тестирование пользовательского пути.</a:t>
            </a:r>
          </a:p>
          <a:p>
            <a:endParaRPr lang="ru-RU" sz="24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2640053043"/>
      </p:ext>
    </p:extLst>
  </p:cSld>
  <p:clrMapOvr>
    <a:masterClrMapping/>
  </p:clrMapOvr>
  <p:transition spd="slow">
    <p:push dir="u"/>
  </p:transition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Прямоугольник 1"/>
          <p:cNvSpPr/>
          <p:nvPr/>
        </p:nvSpPr>
        <p:spPr>
          <a:xfrm>
            <a:off x="6870700" y="0"/>
            <a:ext cx="5321300" cy="190500"/>
          </a:xfrm>
          <a:prstGeom prst="rect">
            <a:avLst/>
          </a:prstGeom>
          <a:solidFill>
            <a:srgbClr val="002060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ru-RU"/>
          </a:p>
        </p:txBody>
      </p:sp>
      <p:sp>
        <p:nvSpPr>
          <p:cNvPr id="9" name="Прямоугольник 8"/>
          <p:cNvSpPr/>
          <p:nvPr/>
        </p:nvSpPr>
        <p:spPr>
          <a:xfrm>
            <a:off x="0" y="6667500"/>
            <a:ext cx="5321300" cy="190500"/>
          </a:xfrm>
          <a:prstGeom prst="rect">
            <a:avLst/>
          </a:prstGeom>
          <a:solidFill>
            <a:srgbClr val="002060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ru-RU"/>
          </a:p>
        </p:txBody>
      </p:sp>
      <p:sp>
        <p:nvSpPr>
          <p:cNvPr id="3" name="TextBox 2"/>
          <p:cNvSpPr txBox="1"/>
          <p:nvPr/>
        </p:nvSpPr>
        <p:spPr>
          <a:xfrm>
            <a:off x="353683" y="1072182"/>
            <a:ext cx="3769909" cy="52322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ru-RU" sz="2800" b="1" dirty="0">
                <a:solidFill>
                  <a:srgbClr val="002060"/>
                </a:solidFill>
                <a:latin typeface="Times New Roman" panose="02020603050405020304" pitchFamily="18" charset="0"/>
                <a:ea typeface="Calibri" panose="020F0502020204030204" pitchFamily="34" charset="0"/>
              </a:rPr>
              <a:t>ЦЕЛЬ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11890314" y="6482834"/>
            <a:ext cx="300082" cy="369332"/>
          </a:xfrm>
          <a:prstGeom prst="rect">
            <a:avLst/>
          </a:prstGeom>
          <a:solidFill>
            <a:srgbClr val="DBDEE1"/>
          </a:solidFill>
        </p:spPr>
        <p:txBody>
          <a:bodyPr wrap="none" rtlCol="0">
            <a:spAutoFit/>
          </a:bodyPr>
          <a:lstStyle/>
          <a:p>
            <a:r>
              <a:rPr lang="ru-RU" dirty="0">
                <a:solidFill>
                  <a:schemeClr val="bg1">
                    <a:lumMod val="50000"/>
                  </a:schemeClr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2</a:t>
            </a:r>
          </a:p>
        </p:txBody>
      </p:sp>
      <p:sp>
        <p:nvSpPr>
          <p:cNvPr id="6" name="Прямоугольник 5"/>
          <p:cNvSpPr/>
          <p:nvPr/>
        </p:nvSpPr>
        <p:spPr>
          <a:xfrm flipV="1">
            <a:off x="353683" y="1611236"/>
            <a:ext cx="3584573" cy="45719"/>
          </a:xfrm>
          <a:prstGeom prst="rect">
            <a:avLst/>
          </a:prstGeom>
          <a:solidFill>
            <a:srgbClr val="002060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ru-RU"/>
          </a:p>
        </p:txBody>
      </p:sp>
      <p:sp>
        <p:nvSpPr>
          <p:cNvPr id="7" name="TextBox 6"/>
          <p:cNvSpPr txBox="1"/>
          <p:nvPr/>
        </p:nvSpPr>
        <p:spPr>
          <a:xfrm>
            <a:off x="353681" y="2261128"/>
            <a:ext cx="3769909" cy="52322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ru-RU" sz="2800" b="1" dirty="0">
                <a:solidFill>
                  <a:srgbClr val="002060"/>
                </a:solidFill>
                <a:latin typeface="Times New Roman" panose="02020603050405020304" pitchFamily="18" charset="0"/>
                <a:ea typeface="Calibri" panose="020F0502020204030204" pitchFamily="34" charset="0"/>
              </a:rPr>
              <a:t>ЗАДАЧИ</a:t>
            </a:r>
          </a:p>
        </p:txBody>
      </p:sp>
      <p:sp>
        <p:nvSpPr>
          <p:cNvPr id="20" name="Прямоугольник 19"/>
          <p:cNvSpPr/>
          <p:nvPr/>
        </p:nvSpPr>
        <p:spPr>
          <a:xfrm flipV="1">
            <a:off x="353680" y="2777164"/>
            <a:ext cx="3584573" cy="45719"/>
          </a:xfrm>
          <a:prstGeom prst="rect">
            <a:avLst/>
          </a:prstGeom>
          <a:solidFill>
            <a:srgbClr val="002060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ru-RU"/>
          </a:p>
        </p:txBody>
      </p:sp>
      <p:pic>
        <p:nvPicPr>
          <p:cNvPr id="24" name="Рисунок 23"/>
          <p:cNvPicPr>
            <a:picLocks noChangeAspect="1"/>
          </p:cNvPicPr>
          <p:nvPr/>
        </p:nvPicPr>
        <p:blipFill>
          <a:blip r:embed="rId2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380977" y="132635"/>
            <a:ext cx="597147" cy="829963"/>
          </a:xfrm>
          <a:prstGeom prst="rect">
            <a:avLst/>
          </a:prstGeom>
        </p:spPr>
      </p:pic>
      <p:sp>
        <p:nvSpPr>
          <p:cNvPr id="10" name="Прямоугольник 9"/>
          <p:cNvSpPr/>
          <p:nvPr/>
        </p:nvSpPr>
        <p:spPr>
          <a:xfrm>
            <a:off x="3938257" y="547615"/>
            <a:ext cx="7952058" cy="1546655"/>
          </a:xfrm>
          <a:prstGeom prst="rect">
            <a:avLst/>
          </a:prstGeom>
          <a:noFill/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ru-RU"/>
          </a:p>
        </p:txBody>
      </p:sp>
      <p:sp>
        <p:nvSpPr>
          <p:cNvPr id="11" name="Прямоугольник 10"/>
          <p:cNvSpPr/>
          <p:nvPr/>
        </p:nvSpPr>
        <p:spPr>
          <a:xfrm>
            <a:off x="3938257" y="2291608"/>
            <a:ext cx="7952057" cy="4002512"/>
          </a:xfrm>
          <a:prstGeom prst="rect">
            <a:avLst/>
          </a:prstGeom>
          <a:noFill/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ru-RU"/>
          </a:p>
        </p:txBody>
      </p:sp>
      <p:sp>
        <p:nvSpPr>
          <p:cNvPr id="5" name="Прямоугольник 4"/>
          <p:cNvSpPr/>
          <p:nvPr/>
        </p:nvSpPr>
        <p:spPr>
          <a:xfrm>
            <a:off x="4466061" y="2774398"/>
            <a:ext cx="324128" cy="388696"/>
          </a:xfrm>
          <a:prstGeom prst="rect">
            <a:avLst/>
          </a:prstGeom>
        </p:spPr>
        <p:txBody>
          <a:bodyPr wrap="none">
            <a:spAutoFit/>
          </a:bodyPr>
          <a:lstStyle/>
          <a:p>
            <a:pPr>
              <a:lnSpc>
                <a:spcPct val="107000"/>
              </a:lnSpc>
              <a:spcAft>
                <a:spcPts val="800"/>
              </a:spcAft>
            </a:pPr>
            <a:r>
              <a:rPr lang="ru-RU" dirty="0"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●</a:t>
            </a:r>
            <a:endParaRPr lang="ru-RU" dirty="0">
              <a:latin typeface="Calibri" panose="020F0502020204030204" pitchFamily="34" charset="0"/>
              <a:ea typeface="Calibri" panose="020F0502020204030204" pitchFamily="34" charset="0"/>
              <a:cs typeface="Times New Roman" panose="02020603050405020304" pitchFamily="18" charset="0"/>
            </a:endParaRPr>
          </a:p>
        </p:txBody>
      </p:sp>
      <p:sp>
        <p:nvSpPr>
          <p:cNvPr id="14" name="Прямоугольник 13"/>
          <p:cNvSpPr/>
          <p:nvPr/>
        </p:nvSpPr>
        <p:spPr>
          <a:xfrm>
            <a:off x="4466061" y="3721046"/>
            <a:ext cx="324128" cy="388696"/>
          </a:xfrm>
          <a:prstGeom prst="rect">
            <a:avLst/>
          </a:prstGeom>
        </p:spPr>
        <p:txBody>
          <a:bodyPr wrap="none">
            <a:spAutoFit/>
          </a:bodyPr>
          <a:lstStyle/>
          <a:p>
            <a:pPr>
              <a:lnSpc>
                <a:spcPct val="107000"/>
              </a:lnSpc>
              <a:spcAft>
                <a:spcPts val="800"/>
              </a:spcAft>
            </a:pPr>
            <a:r>
              <a:rPr lang="ru-RU" dirty="0"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●</a:t>
            </a:r>
            <a:endParaRPr lang="ru-RU" dirty="0">
              <a:latin typeface="Calibri" panose="020F0502020204030204" pitchFamily="34" charset="0"/>
              <a:ea typeface="Calibri" panose="020F0502020204030204" pitchFamily="34" charset="0"/>
              <a:cs typeface="Times New Roman" panose="02020603050405020304" pitchFamily="18" charset="0"/>
            </a:endParaRPr>
          </a:p>
        </p:txBody>
      </p:sp>
      <p:sp>
        <p:nvSpPr>
          <p:cNvPr id="15" name="Прямоугольник 14"/>
          <p:cNvSpPr/>
          <p:nvPr/>
        </p:nvSpPr>
        <p:spPr>
          <a:xfrm>
            <a:off x="4466061" y="4356497"/>
            <a:ext cx="324128" cy="388696"/>
          </a:xfrm>
          <a:prstGeom prst="rect">
            <a:avLst/>
          </a:prstGeom>
        </p:spPr>
        <p:txBody>
          <a:bodyPr wrap="none">
            <a:spAutoFit/>
          </a:bodyPr>
          <a:lstStyle/>
          <a:p>
            <a:pPr>
              <a:lnSpc>
                <a:spcPct val="107000"/>
              </a:lnSpc>
              <a:spcAft>
                <a:spcPts val="800"/>
              </a:spcAft>
            </a:pPr>
            <a:r>
              <a:rPr lang="ru-RU" dirty="0"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●</a:t>
            </a:r>
            <a:endParaRPr lang="ru-RU" dirty="0">
              <a:latin typeface="Calibri" panose="020F0502020204030204" pitchFamily="34" charset="0"/>
              <a:ea typeface="Calibri" panose="020F0502020204030204" pitchFamily="34" charset="0"/>
              <a:cs typeface="Times New Roman" panose="02020603050405020304" pitchFamily="18" charset="0"/>
            </a:endParaRPr>
          </a:p>
        </p:txBody>
      </p:sp>
      <p:sp>
        <p:nvSpPr>
          <p:cNvPr id="4" name="TextBox 3">
            <a:extLst>
              <a:ext uri="{FF2B5EF4-FFF2-40B4-BE49-F238E27FC236}">
                <a16:creationId xmlns:a16="http://schemas.microsoft.com/office/drawing/2014/main" id="{A741E7A4-87F1-422E-85AA-CFFF0D0D0FC9}"/>
              </a:ext>
            </a:extLst>
          </p:cNvPr>
          <p:cNvSpPr txBox="1"/>
          <p:nvPr/>
        </p:nvSpPr>
        <p:spPr>
          <a:xfrm>
            <a:off x="4778224" y="2685010"/>
            <a:ext cx="6718359" cy="87889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lvl="0" algn="just">
              <a:lnSpc>
                <a:spcPct val="150000"/>
              </a:lnSpc>
              <a:spcAft>
                <a:spcPts val="800"/>
              </a:spcAft>
            </a:pPr>
            <a:r>
              <a:rPr lang="ru-RU" sz="1800" dirty="0">
                <a:effectLst/>
                <a:latin typeface="Times New Roman" panose="02020603050405020304" pitchFamily="18" charset="0"/>
                <a:ea typeface="Calibri" panose="020F0502020204030204" pitchFamily="34" charset="0"/>
                <a:cs typeface="Times New Roman" panose="02020603050405020304" pitchFamily="18" charset="0"/>
              </a:rPr>
              <a:t>Проанализировать специфику взаимодействия семьи и дошкольной организации в современных условиях.</a:t>
            </a:r>
            <a:endParaRPr lang="ru-RU" sz="1800" dirty="0">
              <a:effectLst/>
              <a:latin typeface="Calibri" panose="020F0502020204030204" pitchFamily="34" charset="0"/>
              <a:ea typeface="Calibri" panose="020F0502020204030204" pitchFamily="34" charset="0"/>
              <a:cs typeface="Times New Roman" panose="02020603050405020304" pitchFamily="18" charset="0"/>
            </a:endParaRPr>
          </a:p>
        </p:txBody>
      </p:sp>
      <p:sp>
        <p:nvSpPr>
          <p:cNvPr id="18" name="TextBox 17">
            <a:extLst>
              <a:ext uri="{FF2B5EF4-FFF2-40B4-BE49-F238E27FC236}">
                <a16:creationId xmlns:a16="http://schemas.microsoft.com/office/drawing/2014/main" id="{EC38CAD0-8C74-44B0-81ED-45267F4C7D30}"/>
              </a:ext>
            </a:extLst>
          </p:cNvPr>
          <p:cNvSpPr txBox="1"/>
          <p:nvPr/>
        </p:nvSpPr>
        <p:spPr>
          <a:xfrm>
            <a:off x="4738814" y="3649320"/>
            <a:ext cx="7100124" cy="463397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lvl="0" algn="just">
              <a:lnSpc>
                <a:spcPct val="150000"/>
              </a:lnSpc>
              <a:spcAft>
                <a:spcPts val="800"/>
              </a:spcAft>
            </a:pPr>
            <a:r>
              <a:rPr lang="ru-RU" sz="1800" dirty="0">
                <a:effectLst/>
                <a:latin typeface="Times New Roman" panose="02020603050405020304" pitchFamily="18" charset="0"/>
                <a:ea typeface="Calibri" panose="020F0502020204030204" pitchFamily="34" charset="0"/>
              </a:rPr>
              <a:t>Разработать структуру и контентное наполнение </a:t>
            </a:r>
            <a:r>
              <a:rPr lang="en-US" sz="1800" dirty="0">
                <a:effectLst/>
                <a:latin typeface="Times New Roman" panose="02020603050405020304" pitchFamily="18" charset="0"/>
                <a:ea typeface="Calibri" panose="020F0502020204030204" pitchFamily="34" charset="0"/>
              </a:rPr>
              <a:t>web</a:t>
            </a:r>
            <a:r>
              <a:rPr lang="ru-RU" sz="1800" dirty="0">
                <a:effectLst/>
                <a:latin typeface="Times New Roman" panose="02020603050405020304" pitchFamily="18" charset="0"/>
                <a:ea typeface="Calibri" panose="020F0502020204030204" pitchFamily="34" charset="0"/>
              </a:rPr>
              <a:t>-приложения</a:t>
            </a:r>
            <a:endParaRPr lang="ru-RU" sz="1800" dirty="0">
              <a:effectLst/>
              <a:latin typeface="Calibri" panose="020F0502020204030204" pitchFamily="34" charset="0"/>
              <a:ea typeface="Calibri" panose="020F0502020204030204" pitchFamily="34" charset="0"/>
              <a:cs typeface="Times New Roman" panose="02020603050405020304" pitchFamily="18" charset="0"/>
            </a:endParaRPr>
          </a:p>
        </p:txBody>
      </p:sp>
      <p:sp>
        <p:nvSpPr>
          <p:cNvPr id="19" name="TextBox 18">
            <a:extLst>
              <a:ext uri="{FF2B5EF4-FFF2-40B4-BE49-F238E27FC236}">
                <a16:creationId xmlns:a16="http://schemas.microsoft.com/office/drawing/2014/main" id="{002415C2-28C5-4D87-94A7-4EC900FD781C}"/>
              </a:ext>
            </a:extLst>
          </p:cNvPr>
          <p:cNvSpPr txBox="1"/>
          <p:nvPr/>
        </p:nvSpPr>
        <p:spPr>
          <a:xfrm>
            <a:off x="4738814" y="4372762"/>
            <a:ext cx="7100124" cy="64633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ru-RU" sz="1800" dirty="0">
                <a:effectLst/>
                <a:latin typeface="Times New Roman" panose="02020603050405020304" pitchFamily="18" charset="0"/>
                <a:ea typeface="Calibri" panose="020F0502020204030204" pitchFamily="34" charset="0"/>
              </a:rPr>
              <a:t>Проверить функциональность и педагогическую целесообразность разработанного ресурса</a:t>
            </a:r>
            <a:endParaRPr lang="ru-RU" dirty="0"/>
          </a:p>
        </p:txBody>
      </p:sp>
      <p:sp>
        <p:nvSpPr>
          <p:cNvPr id="8" name="TextBox 7">
            <a:extLst>
              <a:ext uri="{FF2B5EF4-FFF2-40B4-BE49-F238E27FC236}">
                <a16:creationId xmlns:a16="http://schemas.microsoft.com/office/drawing/2014/main" id="{18561210-AF72-4628-8DE6-55CB6AF57602}"/>
              </a:ext>
            </a:extLst>
          </p:cNvPr>
          <p:cNvSpPr txBox="1"/>
          <p:nvPr/>
        </p:nvSpPr>
        <p:spPr>
          <a:xfrm>
            <a:off x="3938253" y="547615"/>
            <a:ext cx="7952057" cy="170816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ru-RU" sz="2100" dirty="0">
                <a:latin typeface="Times New Roman" panose="02020603050405020304" pitchFamily="18" charset="0"/>
                <a:ea typeface="Calibri" panose="020F0502020204030204" pitchFamily="34" charset="0"/>
                <a:cs typeface="Times New Roman" panose="02020603050405020304" pitchFamily="18" charset="0"/>
              </a:rPr>
              <a:t>Т</a:t>
            </a:r>
            <a:r>
              <a:rPr lang="ru-RU" sz="2100" dirty="0">
                <a:effectLst/>
                <a:latin typeface="Times New Roman" panose="02020603050405020304" pitchFamily="18" charset="0"/>
                <a:ea typeface="Calibri" panose="020F0502020204030204" pitchFamily="34" charset="0"/>
                <a:cs typeface="Times New Roman" panose="02020603050405020304" pitchFamily="18" charset="0"/>
              </a:rPr>
              <a:t>еоретически обосновать, спроектировать и разработать </a:t>
            </a:r>
            <a:r>
              <a:rPr lang="en-US" sz="2100" dirty="0">
                <a:effectLst/>
                <a:latin typeface="Times New Roman" panose="02020603050405020304" pitchFamily="18" charset="0"/>
                <a:ea typeface="Calibri" panose="020F0502020204030204" pitchFamily="34" charset="0"/>
                <a:cs typeface="Times New Roman" panose="02020603050405020304" pitchFamily="18" charset="0"/>
              </a:rPr>
              <a:t>web</a:t>
            </a:r>
            <a:r>
              <a:rPr lang="ru-RU" sz="2100" dirty="0">
                <a:effectLst/>
                <a:latin typeface="Times New Roman" panose="02020603050405020304" pitchFamily="18" charset="0"/>
                <a:ea typeface="Calibri" panose="020F0502020204030204" pitchFamily="34" charset="0"/>
                <a:cs typeface="Times New Roman" panose="02020603050405020304" pitchFamily="18" charset="0"/>
              </a:rPr>
              <a:t>-приложение, обеспечивающее эффективное взаимодействие ДОО и семьи по формированию читательских интересов у детей дошкольного возраста</a:t>
            </a:r>
            <a:endParaRPr lang="ru-RU" sz="2100" dirty="0">
              <a:effectLst/>
              <a:latin typeface="Calibri" panose="020F0502020204030204" pitchFamily="34" charset="0"/>
              <a:ea typeface="Calibri" panose="020F0502020204030204" pitchFamily="34" charset="0"/>
              <a:cs typeface="Times New Roman" panose="02020603050405020304" pitchFamily="18" charset="0"/>
            </a:endParaRPr>
          </a:p>
          <a:p>
            <a:endParaRPr lang="ru-RU" sz="2100" dirty="0"/>
          </a:p>
        </p:txBody>
      </p:sp>
    </p:spTree>
    <p:extLst>
      <p:ext uri="{BB962C8B-B14F-4D97-AF65-F5344CB8AC3E}">
        <p14:creationId xmlns:p14="http://schemas.microsoft.com/office/powerpoint/2010/main" val="4152375380"/>
      </p:ext>
    </p:extLst>
  </p:cSld>
  <p:clrMapOvr>
    <a:masterClrMapping/>
  </p:clrMapOvr>
  <p:transition spd="slow">
    <p:push dir="u"/>
  </p:transition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Прямоугольник 1"/>
          <p:cNvSpPr/>
          <p:nvPr/>
        </p:nvSpPr>
        <p:spPr>
          <a:xfrm>
            <a:off x="6870700" y="0"/>
            <a:ext cx="5321300" cy="190500"/>
          </a:xfrm>
          <a:prstGeom prst="rect">
            <a:avLst/>
          </a:prstGeom>
          <a:solidFill>
            <a:srgbClr val="002060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ru-RU"/>
          </a:p>
        </p:txBody>
      </p:sp>
      <p:sp>
        <p:nvSpPr>
          <p:cNvPr id="9" name="Прямоугольник 8"/>
          <p:cNvSpPr/>
          <p:nvPr/>
        </p:nvSpPr>
        <p:spPr>
          <a:xfrm>
            <a:off x="0" y="6667500"/>
            <a:ext cx="5321300" cy="190500"/>
          </a:xfrm>
          <a:prstGeom prst="rect">
            <a:avLst/>
          </a:prstGeom>
          <a:solidFill>
            <a:srgbClr val="002060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ru-RU"/>
          </a:p>
        </p:txBody>
      </p:sp>
      <p:sp>
        <p:nvSpPr>
          <p:cNvPr id="3" name="TextBox 2"/>
          <p:cNvSpPr txBox="1"/>
          <p:nvPr/>
        </p:nvSpPr>
        <p:spPr>
          <a:xfrm>
            <a:off x="353683" y="1072182"/>
            <a:ext cx="3769909" cy="52322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ru-RU" sz="2800" b="1" dirty="0">
                <a:solidFill>
                  <a:srgbClr val="002060"/>
                </a:solidFill>
                <a:latin typeface="Times New Roman" panose="02020603050405020304" pitchFamily="18" charset="0"/>
                <a:ea typeface="Calibri" panose="020F0502020204030204" pitchFamily="34" charset="0"/>
              </a:rPr>
              <a:t>НОВИЗНА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11890314" y="6482834"/>
            <a:ext cx="300082" cy="369332"/>
          </a:xfrm>
          <a:prstGeom prst="rect">
            <a:avLst/>
          </a:prstGeom>
          <a:solidFill>
            <a:srgbClr val="DBDEE1"/>
          </a:solidFill>
        </p:spPr>
        <p:txBody>
          <a:bodyPr wrap="none" rtlCol="0">
            <a:spAutoFit/>
          </a:bodyPr>
          <a:lstStyle/>
          <a:p>
            <a:r>
              <a:rPr lang="ru-RU" dirty="0">
                <a:solidFill>
                  <a:schemeClr val="bg1">
                    <a:lumMod val="50000"/>
                  </a:schemeClr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2</a:t>
            </a:r>
          </a:p>
        </p:txBody>
      </p:sp>
      <p:sp>
        <p:nvSpPr>
          <p:cNvPr id="6" name="Прямоугольник 5"/>
          <p:cNvSpPr/>
          <p:nvPr/>
        </p:nvSpPr>
        <p:spPr>
          <a:xfrm flipV="1">
            <a:off x="353683" y="1611236"/>
            <a:ext cx="3584573" cy="45719"/>
          </a:xfrm>
          <a:prstGeom prst="rect">
            <a:avLst/>
          </a:prstGeom>
          <a:solidFill>
            <a:srgbClr val="002060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ru-RU"/>
          </a:p>
        </p:txBody>
      </p:sp>
      <p:sp>
        <p:nvSpPr>
          <p:cNvPr id="7" name="TextBox 6"/>
          <p:cNvSpPr txBox="1"/>
          <p:nvPr/>
        </p:nvSpPr>
        <p:spPr>
          <a:xfrm>
            <a:off x="353681" y="2977408"/>
            <a:ext cx="3769909" cy="954107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ru-RU" sz="2800" b="1" dirty="0">
                <a:solidFill>
                  <a:srgbClr val="002060"/>
                </a:solidFill>
                <a:latin typeface="Times New Roman" panose="02020603050405020304" pitchFamily="18" charset="0"/>
                <a:ea typeface="Calibri" panose="020F0502020204030204" pitchFamily="34" charset="0"/>
              </a:rPr>
              <a:t>ПРАКТИЧЕСКАЯ ЗНАЧИМОСТЬ</a:t>
            </a:r>
          </a:p>
        </p:txBody>
      </p:sp>
      <p:sp>
        <p:nvSpPr>
          <p:cNvPr id="20" name="Прямоугольник 19"/>
          <p:cNvSpPr/>
          <p:nvPr/>
        </p:nvSpPr>
        <p:spPr>
          <a:xfrm flipV="1">
            <a:off x="353681" y="4053648"/>
            <a:ext cx="3584573" cy="45719"/>
          </a:xfrm>
          <a:prstGeom prst="rect">
            <a:avLst/>
          </a:prstGeom>
          <a:solidFill>
            <a:srgbClr val="002060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ru-RU"/>
          </a:p>
        </p:txBody>
      </p:sp>
      <p:pic>
        <p:nvPicPr>
          <p:cNvPr id="24" name="Рисунок 23"/>
          <p:cNvPicPr>
            <a:picLocks noChangeAspect="1"/>
          </p:cNvPicPr>
          <p:nvPr/>
        </p:nvPicPr>
        <p:blipFill>
          <a:blip r:embed="rId2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380977" y="132635"/>
            <a:ext cx="597147" cy="829963"/>
          </a:xfrm>
          <a:prstGeom prst="rect">
            <a:avLst/>
          </a:prstGeom>
        </p:spPr>
      </p:pic>
      <p:sp>
        <p:nvSpPr>
          <p:cNvPr id="10" name="Прямоугольник 9"/>
          <p:cNvSpPr/>
          <p:nvPr/>
        </p:nvSpPr>
        <p:spPr>
          <a:xfrm>
            <a:off x="3965551" y="547617"/>
            <a:ext cx="7924764" cy="1738383"/>
          </a:xfrm>
          <a:prstGeom prst="rect">
            <a:avLst/>
          </a:prstGeom>
          <a:noFill/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ru-RU"/>
          </a:p>
        </p:txBody>
      </p:sp>
      <p:sp>
        <p:nvSpPr>
          <p:cNvPr id="11" name="TextBox 10"/>
          <p:cNvSpPr txBox="1"/>
          <p:nvPr/>
        </p:nvSpPr>
        <p:spPr>
          <a:xfrm>
            <a:off x="380977" y="5616037"/>
            <a:ext cx="3769909" cy="52322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ru-RU" sz="2800" b="1" dirty="0">
                <a:solidFill>
                  <a:srgbClr val="002060"/>
                </a:solidFill>
                <a:latin typeface="Times New Roman" panose="02020603050405020304" pitchFamily="18" charset="0"/>
                <a:ea typeface="Calibri" panose="020F0502020204030204" pitchFamily="34" charset="0"/>
              </a:rPr>
              <a:t>РЕЦЕНЗЕНТ</a:t>
            </a:r>
          </a:p>
        </p:txBody>
      </p:sp>
      <p:sp>
        <p:nvSpPr>
          <p:cNvPr id="13" name="Прямоугольник 12"/>
          <p:cNvSpPr/>
          <p:nvPr/>
        </p:nvSpPr>
        <p:spPr>
          <a:xfrm flipV="1">
            <a:off x="380977" y="6128397"/>
            <a:ext cx="3584573" cy="45719"/>
          </a:xfrm>
          <a:prstGeom prst="rect">
            <a:avLst/>
          </a:prstGeom>
          <a:solidFill>
            <a:srgbClr val="002060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ru-RU"/>
          </a:p>
        </p:txBody>
      </p:sp>
      <p:sp>
        <p:nvSpPr>
          <p:cNvPr id="14" name="Прямоугольник 13"/>
          <p:cNvSpPr/>
          <p:nvPr/>
        </p:nvSpPr>
        <p:spPr>
          <a:xfrm>
            <a:off x="3965552" y="2433484"/>
            <a:ext cx="7924762" cy="2949949"/>
          </a:xfrm>
          <a:prstGeom prst="rect">
            <a:avLst/>
          </a:prstGeom>
          <a:noFill/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ru-RU"/>
          </a:p>
        </p:txBody>
      </p:sp>
      <p:sp>
        <p:nvSpPr>
          <p:cNvPr id="15" name="Прямоугольник 14"/>
          <p:cNvSpPr/>
          <p:nvPr/>
        </p:nvSpPr>
        <p:spPr>
          <a:xfrm>
            <a:off x="3965553" y="5557485"/>
            <a:ext cx="7924760" cy="925350"/>
          </a:xfrm>
          <a:prstGeom prst="rect">
            <a:avLst/>
          </a:prstGeom>
          <a:noFill/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ru-RU"/>
          </a:p>
        </p:txBody>
      </p:sp>
      <p:sp>
        <p:nvSpPr>
          <p:cNvPr id="4" name="TextBox 3">
            <a:extLst>
              <a:ext uri="{FF2B5EF4-FFF2-40B4-BE49-F238E27FC236}">
                <a16:creationId xmlns:a16="http://schemas.microsoft.com/office/drawing/2014/main" id="{0175DDC2-72BC-4B24-84AD-5DB2ACFE91EC}"/>
              </a:ext>
            </a:extLst>
          </p:cNvPr>
          <p:cNvSpPr txBox="1"/>
          <p:nvPr/>
        </p:nvSpPr>
        <p:spPr>
          <a:xfrm>
            <a:off x="3965550" y="547617"/>
            <a:ext cx="7924762" cy="170989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marL="342900" lvl="0" indent="-342900" algn="just">
              <a:lnSpc>
                <a:spcPct val="150000"/>
              </a:lnSpc>
              <a:buFont typeface="Symbol" panose="05050102010706020507" pitchFamily="18" charset="2"/>
              <a:buChar char=""/>
            </a:pPr>
            <a:r>
              <a:rPr lang="ru-RU" sz="1800" dirty="0">
                <a:effectLst/>
                <a:latin typeface="Times New Roman" panose="02020603050405020304" pitchFamily="18" charset="0"/>
                <a:ea typeface="Calibri" panose="020F0502020204030204" pitchFamily="34" charset="0"/>
                <a:cs typeface="Times New Roman" panose="02020603050405020304" pitchFamily="18" charset="0"/>
              </a:rPr>
              <a:t>Сформулировать требования к интерфейсу и функционалу специализированного </a:t>
            </a:r>
            <a:r>
              <a:rPr lang="en-US" sz="1800" dirty="0">
                <a:effectLst/>
                <a:latin typeface="Times New Roman" panose="02020603050405020304" pitchFamily="18" charset="0"/>
                <a:ea typeface="Calibri" panose="020F0502020204030204" pitchFamily="34" charset="0"/>
                <a:cs typeface="Times New Roman" panose="02020603050405020304" pitchFamily="18" charset="0"/>
              </a:rPr>
              <a:t>web</a:t>
            </a:r>
            <a:r>
              <a:rPr lang="ru-RU" sz="1800" dirty="0">
                <a:effectLst/>
                <a:latin typeface="Times New Roman" panose="02020603050405020304" pitchFamily="18" charset="0"/>
                <a:ea typeface="Calibri" panose="020F0502020204030204" pitchFamily="34" charset="0"/>
                <a:cs typeface="Times New Roman" panose="02020603050405020304" pitchFamily="18" charset="0"/>
              </a:rPr>
              <a:t>-ресурса для сопровождения детского чтения</a:t>
            </a:r>
            <a:endParaRPr lang="ru-RU" sz="1800" dirty="0">
              <a:effectLst/>
              <a:latin typeface="Calibri" panose="020F0502020204030204" pitchFamily="34" charset="0"/>
              <a:ea typeface="Calibri" panose="020F0502020204030204" pitchFamily="34" charset="0"/>
              <a:cs typeface="Times New Roman" panose="02020603050405020304" pitchFamily="18" charset="0"/>
            </a:endParaRPr>
          </a:p>
          <a:p>
            <a:pPr marL="342900" lvl="0" indent="-342900" algn="just">
              <a:lnSpc>
                <a:spcPct val="150000"/>
              </a:lnSpc>
              <a:buFont typeface="Symbol" panose="05050102010706020507" pitchFamily="18" charset="2"/>
              <a:buChar char=""/>
            </a:pPr>
            <a:r>
              <a:rPr lang="ru-RU" sz="1800" dirty="0">
                <a:effectLst/>
                <a:latin typeface="Times New Roman" panose="02020603050405020304" pitchFamily="18" charset="0"/>
                <a:ea typeface="Calibri" panose="020F0502020204030204" pitchFamily="34" charset="0"/>
                <a:cs typeface="Times New Roman" panose="02020603050405020304" pitchFamily="18" charset="0"/>
              </a:rPr>
              <a:t>Разработать модель интерактивного взаимодействия</a:t>
            </a:r>
            <a:endParaRPr lang="ru-RU" sz="1800" dirty="0">
              <a:effectLst/>
              <a:latin typeface="Calibri" panose="020F0502020204030204" pitchFamily="34" charset="0"/>
              <a:ea typeface="Calibri" panose="020F0502020204030204" pitchFamily="34" charset="0"/>
              <a:cs typeface="Times New Roman" panose="02020603050405020304" pitchFamily="18" charset="0"/>
            </a:endParaRPr>
          </a:p>
          <a:p>
            <a:pPr marL="342900" lvl="0" indent="-342900" algn="just">
              <a:lnSpc>
                <a:spcPct val="150000"/>
              </a:lnSpc>
              <a:spcAft>
                <a:spcPts val="800"/>
              </a:spcAft>
              <a:buFont typeface="Symbol" panose="05050102010706020507" pitchFamily="18" charset="2"/>
              <a:buChar char=""/>
            </a:pPr>
            <a:r>
              <a:rPr lang="ru-RU" sz="1800" dirty="0">
                <a:effectLst/>
                <a:latin typeface="Times New Roman" panose="02020603050405020304" pitchFamily="18" charset="0"/>
                <a:ea typeface="Calibri" panose="020F0502020204030204" pitchFamily="34" charset="0"/>
                <a:cs typeface="Times New Roman" panose="02020603050405020304" pitchFamily="18" charset="0"/>
              </a:rPr>
              <a:t>Определение алгоритма отбора и систематизации детской литературы</a:t>
            </a:r>
            <a:endParaRPr lang="ru-RU" dirty="0"/>
          </a:p>
        </p:txBody>
      </p:sp>
      <p:sp>
        <p:nvSpPr>
          <p:cNvPr id="5" name="TextBox 4">
            <a:extLst>
              <a:ext uri="{FF2B5EF4-FFF2-40B4-BE49-F238E27FC236}">
                <a16:creationId xmlns:a16="http://schemas.microsoft.com/office/drawing/2014/main" id="{73D69BFB-214C-41E0-AED2-E2710BD87B2D}"/>
              </a:ext>
            </a:extLst>
          </p:cNvPr>
          <p:cNvSpPr txBox="1"/>
          <p:nvPr/>
        </p:nvSpPr>
        <p:spPr>
          <a:xfrm>
            <a:off x="3965550" y="2433484"/>
            <a:ext cx="7924760" cy="170989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just">
              <a:lnSpc>
                <a:spcPct val="150000"/>
              </a:lnSpc>
            </a:pPr>
            <a:r>
              <a:rPr lang="ru-RU" sz="1800" dirty="0">
                <a:effectLst/>
                <a:latin typeface="Times New Roman" panose="02020603050405020304" pitchFamily="18" charset="0"/>
                <a:ea typeface="Calibri" panose="020F0502020204030204" pitchFamily="34" charset="0"/>
              </a:rPr>
              <a:t>Практическая значимость дипломной работы обусловлена возможностью непосредственного применения результатов исследования в деятельности дошкольных образовательных организаций и семей</a:t>
            </a:r>
            <a:r>
              <a:rPr lang="ru-RU" sz="1800" dirty="0">
                <a:effectLst/>
                <a:latin typeface="Times New Roman" panose="02020603050405020304" pitchFamily="18" charset="0"/>
                <a:ea typeface="Calibri" panose="020F0502020204030204" pitchFamily="34" charset="0"/>
                <a:cs typeface="Times New Roman" panose="02020603050405020304" pitchFamily="18" charset="0"/>
              </a:rPr>
              <a:t>, заинтересованных в формировании у детей устойчивого интереса к чтению</a:t>
            </a:r>
            <a:endParaRPr lang="ru-RU" sz="1800" dirty="0">
              <a:effectLst/>
              <a:latin typeface="Calibri" panose="020F0502020204030204" pitchFamily="34" charset="0"/>
              <a:ea typeface="Calibri" panose="020F0502020204030204" pitchFamily="34" charset="0"/>
              <a:cs typeface="Times New Roman" panose="02020603050405020304" pitchFamily="18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1901553718"/>
      </p:ext>
    </p:extLst>
  </p:cSld>
  <p:clrMapOvr>
    <a:masterClrMapping/>
  </p:clrMapOvr>
  <p:transition spd="slow">
    <p:push dir="u"/>
  </p:transition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Прямоугольник 1"/>
          <p:cNvSpPr/>
          <p:nvPr/>
        </p:nvSpPr>
        <p:spPr>
          <a:xfrm>
            <a:off x="6870700" y="0"/>
            <a:ext cx="5321300" cy="190500"/>
          </a:xfrm>
          <a:prstGeom prst="rect">
            <a:avLst/>
          </a:prstGeom>
          <a:solidFill>
            <a:srgbClr val="002060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ru-RU"/>
          </a:p>
        </p:txBody>
      </p:sp>
      <p:sp>
        <p:nvSpPr>
          <p:cNvPr id="9" name="Прямоугольник 8"/>
          <p:cNvSpPr/>
          <p:nvPr/>
        </p:nvSpPr>
        <p:spPr>
          <a:xfrm>
            <a:off x="0" y="6667500"/>
            <a:ext cx="5321300" cy="190500"/>
          </a:xfrm>
          <a:prstGeom prst="rect">
            <a:avLst/>
          </a:prstGeom>
          <a:solidFill>
            <a:srgbClr val="002060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ru-RU"/>
          </a:p>
        </p:txBody>
      </p:sp>
      <p:sp>
        <p:nvSpPr>
          <p:cNvPr id="3" name="TextBox 2"/>
          <p:cNvSpPr txBox="1"/>
          <p:nvPr/>
        </p:nvSpPr>
        <p:spPr>
          <a:xfrm>
            <a:off x="6724003" y="286006"/>
            <a:ext cx="5166311" cy="52322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ru-RU" sz="2800" b="1" dirty="0">
                <a:solidFill>
                  <a:srgbClr val="002060"/>
                </a:solidFill>
                <a:latin typeface="Times New Roman" panose="02020603050405020304" pitchFamily="18" charset="0"/>
                <a:ea typeface="Calibri" panose="020F0502020204030204" pitchFamily="34" charset="0"/>
              </a:rPr>
              <a:t>ТЕЗИСЫ </a:t>
            </a:r>
            <a:r>
              <a:rPr lang="en-US" sz="2800" b="1" dirty="0">
                <a:solidFill>
                  <a:srgbClr val="002060"/>
                </a:solidFill>
                <a:latin typeface="Times New Roman" panose="02020603050405020304" pitchFamily="18" charset="0"/>
                <a:ea typeface="Calibri" panose="020F0502020204030204" pitchFamily="34" charset="0"/>
              </a:rPr>
              <a:t>I </a:t>
            </a:r>
            <a:r>
              <a:rPr lang="ru-RU" sz="2800" b="1" dirty="0">
                <a:solidFill>
                  <a:srgbClr val="002060"/>
                </a:solidFill>
                <a:latin typeface="Times New Roman" panose="02020603050405020304" pitchFamily="18" charset="0"/>
                <a:ea typeface="Calibri" panose="020F0502020204030204" pitchFamily="34" charset="0"/>
              </a:rPr>
              <a:t>ГЛАВЫ (§ 1.1) 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11890314" y="6482834"/>
            <a:ext cx="300082" cy="369332"/>
          </a:xfrm>
          <a:prstGeom prst="rect">
            <a:avLst/>
          </a:prstGeom>
          <a:solidFill>
            <a:srgbClr val="DBDEE1"/>
          </a:solidFill>
        </p:spPr>
        <p:txBody>
          <a:bodyPr wrap="none" rtlCol="0">
            <a:spAutoFit/>
          </a:bodyPr>
          <a:lstStyle/>
          <a:p>
            <a:r>
              <a:rPr lang="ru-RU" dirty="0">
                <a:solidFill>
                  <a:schemeClr val="bg1">
                    <a:lumMod val="50000"/>
                  </a:schemeClr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2</a:t>
            </a:r>
          </a:p>
        </p:txBody>
      </p:sp>
      <p:sp>
        <p:nvSpPr>
          <p:cNvPr id="6" name="Прямоугольник 5"/>
          <p:cNvSpPr/>
          <p:nvPr/>
        </p:nvSpPr>
        <p:spPr>
          <a:xfrm flipV="1">
            <a:off x="6816670" y="929609"/>
            <a:ext cx="5375330" cy="45719"/>
          </a:xfrm>
          <a:prstGeom prst="rect">
            <a:avLst/>
          </a:prstGeom>
          <a:solidFill>
            <a:srgbClr val="002060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ru-RU"/>
          </a:p>
        </p:txBody>
      </p:sp>
      <p:pic>
        <p:nvPicPr>
          <p:cNvPr id="24" name="Рисунок 23"/>
          <p:cNvPicPr>
            <a:picLocks noChangeAspect="1"/>
          </p:cNvPicPr>
          <p:nvPr/>
        </p:nvPicPr>
        <p:blipFill>
          <a:blip r:embed="rId2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380977" y="132635"/>
            <a:ext cx="597147" cy="829963"/>
          </a:xfrm>
          <a:prstGeom prst="rect">
            <a:avLst/>
          </a:prstGeom>
        </p:spPr>
      </p:pic>
      <p:sp>
        <p:nvSpPr>
          <p:cNvPr id="8" name="Прямоугольник 7"/>
          <p:cNvSpPr/>
          <p:nvPr/>
        </p:nvSpPr>
        <p:spPr>
          <a:xfrm>
            <a:off x="380976" y="1240113"/>
            <a:ext cx="11509337" cy="5057448"/>
          </a:xfrm>
          <a:prstGeom prst="rect">
            <a:avLst/>
          </a:prstGeom>
          <a:noFill/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ru-RU"/>
          </a:p>
        </p:txBody>
      </p:sp>
      <p:sp>
        <p:nvSpPr>
          <p:cNvPr id="4" name="TextBox 3">
            <a:extLst>
              <a:ext uri="{FF2B5EF4-FFF2-40B4-BE49-F238E27FC236}">
                <a16:creationId xmlns:a16="http://schemas.microsoft.com/office/drawing/2014/main" id="{57B7911C-ED1C-4539-B47A-294F16B5153C}"/>
              </a:ext>
            </a:extLst>
          </p:cNvPr>
          <p:cNvSpPr txBox="1"/>
          <p:nvPr/>
        </p:nvSpPr>
        <p:spPr>
          <a:xfrm>
            <a:off x="1514764" y="1240113"/>
            <a:ext cx="10375549" cy="46166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ru-RU" sz="24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1.1. Понятие и цели интерфейса</a:t>
            </a:r>
          </a:p>
        </p:txBody>
      </p:sp>
      <p:pic>
        <p:nvPicPr>
          <p:cNvPr id="5" name="Рисунок 4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1138357" y="1240113"/>
            <a:ext cx="9735909" cy="5057448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679982346"/>
      </p:ext>
    </p:extLst>
  </p:cSld>
  <p:clrMapOvr>
    <a:masterClrMapping/>
  </p:clrMapOvr>
  <p:transition spd="slow">
    <p:push dir="u"/>
  </p:transition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Прямоугольник 1"/>
          <p:cNvSpPr/>
          <p:nvPr/>
        </p:nvSpPr>
        <p:spPr>
          <a:xfrm>
            <a:off x="6870700" y="0"/>
            <a:ext cx="5321300" cy="190500"/>
          </a:xfrm>
          <a:prstGeom prst="rect">
            <a:avLst/>
          </a:prstGeom>
          <a:solidFill>
            <a:srgbClr val="002060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ru-RU"/>
          </a:p>
        </p:txBody>
      </p:sp>
      <p:sp>
        <p:nvSpPr>
          <p:cNvPr id="9" name="Прямоугольник 8"/>
          <p:cNvSpPr/>
          <p:nvPr/>
        </p:nvSpPr>
        <p:spPr>
          <a:xfrm>
            <a:off x="0" y="6667500"/>
            <a:ext cx="5321300" cy="190500"/>
          </a:xfrm>
          <a:prstGeom prst="rect">
            <a:avLst/>
          </a:prstGeom>
          <a:solidFill>
            <a:srgbClr val="002060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ru-RU"/>
          </a:p>
        </p:txBody>
      </p:sp>
      <p:sp>
        <p:nvSpPr>
          <p:cNvPr id="3" name="TextBox 2"/>
          <p:cNvSpPr txBox="1"/>
          <p:nvPr/>
        </p:nvSpPr>
        <p:spPr>
          <a:xfrm>
            <a:off x="6724003" y="286006"/>
            <a:ext cx="5166311" cy="52322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ru-RU" sz="2800" b="1" dirty="0">
                <a:solidFill>
                  <a:srgbClr val="002060"/>
                </a:solidFill>
                <a:latin typeface="Times New Roman" panose="02020603050405020304" pitchFamily="18" charset="0"/>
                <a:ea typeface="Calibri" panose="020F0502020204030204" pitchFamily="34" charset="0"/>
              </a:rPr>
              <a:t>ТЕЗИСЫ </a:t>
            </a:r>
            <a:r>
              <a:rPr lang="en-US" sz="2800" b="1" dirty="0">
                <a:solidFill>
                  <a:srgbClr val="002060"/>
                </a:solidFill>
                <a:latin typeface="Times New Roman" panose="02020603050405020304" pitchFamily="18" charset="0"/>
                <a:ea typeface="Calibri" panose="020F0502020204030204" pitchFamily="34" charset="0"/>
              </a:rPr>
              <a:t>I </a:t>
            </a:r>
            <a:r>
              <a:rPr lang="ru-RU" sz="2800" b="1" dirty="0">
                <a:solidFill>
                  <a:srgbClr val="002060"/>
                </a:solidFill>
                <a:latin typeface="Times New Roman" panose="02020603050405020304" pitchFamily="18" charset="0"/>
                <a:ea typeface="Calibri" panose="020F0502020204030204" pitchFamily="34" charset="0"/>
              </a:rPr>
              <a:t>ГЛАВЫ (§ 1.2) 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11890314" y="6482834"/>
            <a:ext cx="300082" cy="369332"/>
          </a:xfrm>
          <a:prstGeom prst="rect">
            <a:avLst/>
          </a:prstGeom>
          <a:solidFill>
            <a:srgbClr val="DBDEE1"/>
          </a:solidFill>
        </p:spPr>
        <p:txBody>
          <a:bodyPr wrap="none" rtlCol="0">
            <a:spAutoFit/>
          </a:bodyPr>
          <a:lstStyle/>
          <a:p>
            <a:r>
              <a:rPr lang="ru-RU" dirty="0">
                <a:solidFill>
                  <a:schemeClr val="bg1">
                    <a:lumMod val="50000"/>
                  </a:schemeClr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2</a:t>
            </a:r>
          </a:p>
        </p:txBody>
      </p:sp>
      <p:sp>
        <p:nvSpPr>
          <p:cNvPr id="6" name="Прямоугольник 5"/>
          <p:cNvSpPr/>
          <p:nvPr/>
        </p:nvSpPr>
        <p:spPr>
          <a:xfrm flipV="1">
            <a:off x="6816670" y="929609"/>
            <a:ext cx="5375330" cy="45719"/>
          </a:xfrm>
          <a:prstGeom prst="rect">
            <a:avLst/>
          </a:prstGeom>
          <a:solidFill>
            <a:srgbClr val="002060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ru-RU"/>
          </a:p>
        </p:txBody>
      </p:sp>
      <p:pic>
        <p:nvPicPr>
          <p:cNvPr id="24" name="Рисунок 23"/>
          <p:cNvPicPr>
            <a:picLocks noChangeAspect="1"/>
          </p:cNvPicPr>
          <p:nvPr/>
        </p:nvPicPr>
        <p:blipFill>
          <a:blip r:embed="rId2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380977" y="132635"/>
            <a:ext cx="597147" cy="829963"/>
          </a:xfrm>
          <a:prstGeom prst="rect">
            <a:avLst/>
          </a:prstGeom>
        </p:spPr>
      </p:pic>
      <p:sp>
        <p:nvSpPr>
          <p:cNvPr id="8" name="Прямоугольник 7"/>
          <p:cNvSpPr/>
          <p:nvPr/>
        </p:nvSpPr>
        <p:spPr>
          <a:xfrm>
            <a:off x="380976" y="1240113"/>
            <a:ext cx="11509337" cy="5057448"/>
          </a:xfrm>
          <a:prstGeom prst="rect">
            <a:avLst/>
          </a:prstGeom>
          <a:noFill/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ru-RU"/>
          </a:p>
        </p:txBody>
      </p:sp>
      <p:sp>
        <p:nvSpPr>
          <p:cNvPr id="4" name="TextBox 3">
            <a:extLst>
              <a:ext uri="{FF2B5EF4-FFF2-40B4-BE49-F238E27FC236}">
                <a16:creationId xmlns:a16="http://schemas.microsoft.com/office/drawing/2014/main" id="{927D0B8F-8EAE-41F1-AEB2-46C5FAF6DB6C}"/>
              </a:ext>
            </a:extLst>
          </p:cNvPr>
          <p:cNvSpPr txBox="1"/>
          <p:nvPr/>
        </p:nvSpPr>
        <p:spPr>
          <a:xfrm>
            <a:off x="1181864" y="1240113"/>
            <a:ext cx="10964686" cy="46166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24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1.2. </a:t>
            </a:r>
            <a:r>
              <a:rPr lang="ru-RU" sz="24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Основы </a:t>
            </a:r>
            <a:r>
              <a:rPr lang="en-US" sz="24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Material Design: </a:t>
            </a:r>
            <a:r>
              <a:rPr lang="ru-RU" sz="24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преимущества и минусы</a:t>
            </a:r>
          </a:p>
        </p:txBody>
      </p:sp>
      <p:pic>
        <p:nvPicPr>
          <p:cNvPr id="5" name="Рисунок 4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1181864" y="1240113"/>
            <a:ext cx="9735909" cy="5057448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03574571"/>
      </p:ext>
    </p:extLst>
  </p:cSld>
  <p:clrMapOvr>
    <a:masterClrMapping/>
  </p:clrMapOvr>
  <p:transition spd="slow">
    <p:push dir="u"/>
  </p:transition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Прямоугольник 1"/>
          <p:cNvSpPr/>
          <p:nvPr/>
        </p:nvSpPr>
        <p:spPr>
          <a:xfrm>
            <a:off x="6870700" y="0"/>
            <a:ext cx="5321300" cy="190500"/>
          </a:xfrm>
          <a:prstGeom prst="rect">
            <a:avLst/>
          </a:prstGeom>
          <a:solidFill>
            <a:srgbClr val="002060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ru-RU"/>
          </a:p>
        </p:txBody>
      </p:sp>
      <p:sp>
        <p:nvSpPr>
          <p:cNvPr id="9" name="Прямоугольник 8"/>
          <p:cNvSpPr/>
          <p:nvPr/>
        </p:nvSpPr>
        <p:spPr>
          <a:xfrm>
            <a:off x="0" y="6667500"/>
            <a:ext cx="5321300" cy="190500"/>
          </a:xfrm>
          <a:prstGeom prst="rect">
            <a:avLst/>
          </a:prstGeom>
          <a:solidFill>
            <a:srgbClr val="002060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ru-RU"/>
          </a:p>
        </p:txBody>
      </p:sp>
      <p:sp>
        <p:nvSpPr>
          <p:cNvPr id="3" name="TextBox 2"/>
          <p:cNvSpPr txBox="1"/>
          <p:nvPr/>
        </p:nvSpPr>
        <p:spPr>
          <a:xfrm>
            <a:off x="6724003" y="286006"/>
            <a:ext cx="5166311" cy="52322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ru-RU" sz="2800" b="1" dirty="0">
                <a:solidFill>
                  <a:srgbClr val="002060"/>
                </a:solidFill>
                <a:latin typeface="Times New Roman" panose="02020603050405020304" pitchFamily="18" charset="0"/>
                <a:ea typeface="Calibri" panose="020F0502020204030204" pitchFamily="34" charset="0"/>
              </a:rPr>
              <a:t>ТЕЗИСЫ </a:t>
            </a:r>
            <a:r>
              <a:rPr lang="en-US" sz="2800" b="1" dirty="0">
                <a:solidFill>
                  <a:srgbClr val="002060"/>
                </a:solidFill>
                <a:latin typeface="Times New Roman" panose="02020603050405020304" pitchFamily="18" charset="0"/>
                <a:ea typeface="Calibri" panose="020F0502020204030204" pitchFamily="34" charset="0"/>
              </a:rPr>
              <a:t>I </a:t>
            </a:r>
            <a:r>
              <a:rPr lang="ru-RU" sz="2800" b="1" dirty="0">
                <a:solidFill>
                  <a:srgbClr val="002060"/>
                </a:solidFill>
                <a:latin typeface="Times New Roman" panose="02020603050405020304" pitchFamily="18" charset="0"/>
                <a:ea typeface="Calibri" panose="020F0502020204030204" pitchFamily="34" charset="0"/>
              </a:rPr>
              <a:t>ГЛАВЫ (§ 1.3) 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11890314" y="6482834"/>
            <a:ext cx="300082" cy="369332"/>
          </a:xfrm>
          <a:prstGeom prst="rect">
            <a:avLst/>
          </a:prstGeom>
          <a:solidFill>
            <a:srgbClr val="DBDEE1"/>
          </a:solidFill>
        </p:spPr>
        <p:txBody>
          <a:bodyPr wrap="none" rtlCol="0">
            <a:spAutoFit/>
          </a:bodyPr>
          <a:lstStyle/>
          <a:p>
            <a:r>
              <a:rPr lang="ru-RU" dirty="0">
                <a:solidFill>
                  <a:schemeClr val="bg1">
                    <a:lumMod val="50000"/>
                  </a:schemeClr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2</a:t>
            </a:r>
          </a:p>
        </p:txBody>
      </p:sp>
      <p:sp>
        <p:nvSpPr>
          <p:cNvPr id="6" name="Прямоугольник 5"/>
          <p:cNvSpPr/>
          <p:nvPr/>
        </p:nvSpPr>
        <p:spPr>
          <a:xfrm flipV="1">
            <a:off x="6816670" y="929609"/>
            <a:ext cx="5375330" cy="45719"/>
          </a:xfrm>
          <a:prstGeom prst="rect">
            <a:avLst/>
          </a:prstGeom>
          <a:solidFill>
            <a:srgbClr val="002060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ru-RU"/>
          </a:p>
        </p:txBody>
      </p:sp>
      <p:pic>
        <p:nvPicPr>
          <p:cNvPr id="24" name="Рисунок 23"/>
          <p:cNvPicPr>
            <a:picLocks noChangeAspect="1"/>
          </p:cNvPicPr>
          <p:nvPr/>
        </p:nvPicPr>
        <p:blipFill>
          <a:blip r:embed="rId2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380977" y="132635"/>
            <a:ext cx="597147" cy="829963"/>
          </a:xfrm>
          <a:prstGeom prst="rect">
            <a:avLst/>
          </a:prstGeom>
        </p:spPr>
      </p:pic>
      <p:sp>
        <p:nvSpPr>
          <p:cNvPr id="8" name="Прямоугольник 7"/>
          <p:cNvSpPr/>
          <p:nvPr/>
        </p:nvSpPr>
        <p:spPr>
          <a:xfrm>
            <a:off x="380976" y="1240113"/>
            <a:ext cx="11509337" cy="5057448"/>
          </a:xfrm>
          <a:prstGeom prst="rect">
            <a:avLst/>
          </a:prstGeom>
          <a:noFill/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ru-RU"/>
          </a:p>
        </p:txBody>
      </p:sp>
      <p:sp>
        <p:nvSpPr>
          <p:cNvPr id="4" name="TextBox 3">
            <a:extLst>
              <a:ext uri="{FF2B5EF4-FFF2-40B4-BE49-F238E27FC236}">
                <a16:creationId xmlns:a16="http://schemas.microsoft.com/office/drawing/2014/main" id="{927D0B8F-8EAE-41F1-AEB2-46C5FAF6DB6C}"/>
              </a:ext>
            </a:extLst>
          </p:cNvPr>
          <p:cNvSpPr txBox="1"/>
          <p:nvPr/>
        </p:nvSpPr>
        <p:spPr>
          <a:xfrm>
            <a:off x="1403927" y="1240113"/>
            <a:ext cx="9679710" cy="830997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24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1.</a:t>
            </a:r>
            <a:r>
              <a:rPr lang="ru-RU" sz="24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3. Роль цифровых технологий в формировании читательских интересов у детей дошкольного возраста</a:t>
            </a:r>
          </a:p>
        </p:txBody>
      </p:sp>
      <p:pic>
        <p:nvPicPr>
          <p:cNvPr id="5" name="Рисунок 4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1277216" y="1240113"/>
            <a:ext cx="9716856" cy="5080221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789062082"/>
      </p:ext>
    </p:extLst>
  </p:cSld>
  <p:clrMapOvr>
    <a:masterClrMapping/>
  </p:clrMapOvr>
  <p:transition spd="slow">
    <p:push dir="u"/>
  </p:transition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Прямоугольник 1"/>
          <p:cNvSpPr/>
          <p:nvPr/>
        </p:nvSpPr>
        <p:spPr>
          <a:xfrm>
            <a:off x="6870700" y="0"/>
            <a:ext cx="5321300" cy="190500"/>
          </a:xfrm>
          <a:prstGeom prst="rect">
            <a:avLst/>
          </a:prstGeom>
          <a:solidFill>
            <a:srgbClr val="002060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ru-RU"/>
          </a:p>
        </p:txBody>
      </p:sp>
      <p:sp>
        <p:nvSpPr>
          <p:cNvPr id="9" name="Прямоугольник 8"/>
          <p:cNvSpPr/>
          <p:nvPr/>
        </p:nvSpPr>
        <p:spPr>
          <a:xfrm>
            <a:off x="0" y="6667500"/>
            <a:ext cx="5321300" cy="190500"/>
          </a:xfrm>
          <a:prstGeom prst="rect">
            <a:avLst/>
          </a:prstGeom>
          <a:solidFill>
            <a:srgbClr val="002060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ru-RU"/>
          </a:p>
        </p:txBody>
      </p:sp>
      <p:sp>
        <p:nvSpPr>
          <p:cNvPr id="3" name="TextBox 2"/>
          <p:cNvSpPr txBox="1"/>
          <p:nvPr/>
        </p:nvSpPr>
        <p:spPr>
          <a:xfrm>
            <a:off x="6724003" y="286006"/>
            <a:ext cx="5166311" cy="52322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ru-RU" sz="2800" b="1" dirty="0">
                <a:solidFill>
                  <a:srgbClr val="002060"/>
                </a:solidFill>
                <a:latin typeface="Times New Roman" panose="02020603050405020304" pitchFamily="18" charset="0"/>
                <a:ea typeface="Calibri" panose="020F0502020204030204" pitchFamily="34" charset="0"/>
              </a:rPr>
              <a:t>ТЕЗИСЫ </a:t>
            </a:r>
            <a:r>
              <a:rPr lang="en-US" sz="2800" b="1" dirty="0">
                <a:solidFill>
                  <a:srgbClr val="002060"/>
                </a:solidFill>
                <a:latin typeface="Times New Roman" panose="02020603050405020304" pitchFamily="18" charset="0"/>
                <a:ea typeface="Calibri" panose="020F0502020204030204" pitchFamily="34" charset="0"/>
              </a:rPr>
              <a:t>I </a:t>
            </a:r>
            <a:r>
              <a:rPr lang="ru-RU" sz="2800" b="1" dirty="0">
                <a:solidFill>
                  <a:srgbClr val="002060"/>
                </a:solidFill>
                <a:latin typeface="Times New Roman" panose="02020603050405020304" pitchFamily="18" charset="0"/>
                <a:ea typeface="Calibri" panose="020F0502020204030204" pitchFamily="34" charset="0"/>
              </a:rPr>
              <a:t>ГЛАВЫ (§ 1.4) 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11890314" y="6482834"/>
            <a:ext cx="300082" cy="369332"/>
          </a:xfrm>
          <a:prstGeom prst="rect">
            <a:avLst/>
          </a:prstGeom>
          <a:solidFill>
            <a:srgbClr val="DBDEE1"/>
          </a:solidFill>
        </p:spPr>
        <p:txBody>
          <a:bodyPr wrap="none" rtlCol="0">
            <a:spAutoFit/>
          </a:bodyPr>
          <a:lstStyle/>
          <a:p>
            <a:r>
              <a:rPr lang="ru-RU" dirty="0">
                <a:solidFill>
                  <a:schemeClr val="bg1">
                    <a:lumMod val="50000"/>
                  </a:schemeClr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2</a:t>
            </a:r>
          </a:p>
        </p:txBody>
      </p:sp>
      <p:sp>
        <p:nvSpPr>
          <p:cNvPr id="6" name="Прямоугольник 5"/>
          <p:cNvSpPr/>
          <p:nvPr/>
        </p:nvSpPr>
        <p:spPr>
          <a:xfrm flipV="1">
            <a:off x="6816670" y="929609"/>
            <a:ext cx="5375330" cy="45719"/>
          </a:xfrm>
          <a:prstGeom prst="rect">
            <a:avLst/>
          </a:prstGeom>
          <a:solidFill>
            <a:srgbClr val="002060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ru-RU"/>
          </a:p>
        </p:txBody>
      </p:sp>
      <p:pic>
        <p:nvPicPr>
          <p:cNvPr id="24" name="Рисунок 23"/>
          <p:cNvPicPr>
            <a:picLocks noChangeAspect="1"/>
          </p:cNvPicPr>
          <p:nvPr/>
        </p:nvPicPr>
        <p:blipFill>
          <a:blip r:embed="rId2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380977" y="132635"/>
            <a:ext cx="597147" cy="829963"/>
          </a:xfrm>
          <a:prstGeom prst="rect">
            <a:avLst/>
          </a:prstGeom>
        </p:spPr>
      </p:pic>
      <p:sp>
        <p:nvSpPr>
          <p:cNvPr id="8" name="Прямоугольник 7"/>
          <p:cNvSpPr/>
          <p:nvPr/>
        </p:nvSpPr>
        <p:spPr>
          <a:xfrm>
            <a:off x="380976" y="1240113"/>
            <a:ext cx="11509337" cy="5057448"/>
          </a:xfrm>
          <a:prstGeom prst="rect">
            <a:avLst/>
          </a:prstGeom>
          <a:noFill/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ru-RU"/>
          </a:p>
        </p:txBody>
      </p:sp>
      <p:sp>
        <p:nvSpPr>
          <p:cNvPr id="4" name="TextBox 3">
            <a:extLst>
              <a:ext uri="{FF2B5EF4-FFF2-40B4-BE49-F238E27FC236}">
                <a16:creationId xmlns:a16="http://schemas.microsoft.com/office/drawing/2014/main" id="{927D0B8F-8EAE-41F1-AEB2-46C5FAF6DB6C}"/>
              </a:ext>
            </a:extLst>
          </p:cNvPr>
          <p:cNvSpPr txBox="1"/>
          <p:nvPr/>
        </p:nvSpPr>
        <p:spPr>
          <a:xfrm>
            <a:off x="1551708" y="1240113"/>
            <a:ext cx="9793953" cy="830997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24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1.</a:t>
            </a:r>
            <a:r>
              <a:rPr lang="ru-RU" sz="24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4</a:t>
            </a:r>
            <a:r>
              <a:rPr lang="en-US" sz="24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. </a:t>
            </a:r>
            <a:r>
              <a:rPr lang="ru-RU" sz="24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Проектирование пользовательского опыта для совместной деятельности семьи и ДОО</a:t>
            </a:r>
          </a:p>
        </p:txBody>
      </p:sp>
      <p:pic>
        <p:nvPicPr>
          <p:cNvPr id="5" name="Рисунок 4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1272453" y="1240113"/>
            <a:ext cx="9726382" cy="5057448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729623379"/>
      </p:ext>
    </p:extLst>
  </p:cSld>
  <p:clrMapOvr>
    <a:masterClrMapping/>
  </p:clrMapOvr>
  <p:transition spd="slow">
    <p:push dir="u"/>
  </p:transition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Прямоугольник 1"/>
          <p:cNvSpPr/>
          <p:nvPr/>
        </p:nvSpPr>
        <p:spPr>
          <a:xfrm>
            <a:off x="6870700" y="0"/>
            <a:ext cx="5321300" cy="190500"/>
          </a:xfrm>
          <a:prstGeom prst="rect">
            <a:avLst/>
          </a:prstGeom>
          <a:solidFill>
            <a:srgbClr val="002060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ru-RU"/>
          </a:p>
        </p:txBody>
      </p:sp>
      <p:sp>
        <p:nvSpPr>
          <p:cNvPr id="9" name="Прямоугольник 8"/>
          <p:cNvSpPr/>
          <p:nvPr/>
        </p:nvSpPr>
        <p:spPr>
          <a:xfrm>
            <a:off x="0" y="6667500"/>
            <a:ext cx="5321300" cy="190500"/>
          </a:xfrm>
          <a:prstGeom prst="rect">
            <a:avLst/>
          </a:prstGeom>
          <a:solidFill>
            <a:srgbClr val="002060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ru-RU"/>
          </a:p>
        </p:txBody>
      </p:sp>
      <p:sp>
        <p:nvSpPr>
          <p:cNvPr id="3" name="TextBox 2"/>
          <p:cNvSpPr txBox="1"/>
          <p:nvPr/>
        </p:nvSpPr>
        <p:spPr>
          <a:xfrm>
            <a:off x="6724003" y="286006"/>
            <a:ext cx="5166311" cy="52322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ru-RU" sz="2800" b="1" dirty="0">
                <a:solidFill>
                  <a:srgbClr val="002060"/>
                </a:solidFill>
                <a:latin typeface="Times New Roman" panose="02020603050405020304" pitchFamily="18" charset="0"/>
                <a:ea typeface="Calibri" panose="020F0502020204030204" pitchFamily="34" charset="0"/>
              </a:rPr>
              <a:t>ТЕЗИСЫ </a:t>
            </a:r>
            <a:r>
              <a:rPr lang="en-US" sz="2800" b="1" dirty="0">
                <a:solidFill>
                  <a:srgbClr val="002060"/>
                </a:solidFill>
                <a:latin typeface="Times New Roman" panose="02020603050405020304" pitchFamily="18" charset="0"/>
                <a:ea typeface="Calibri" panose="020F0502020204030204" pitchFamily="34" charset="0"/>
              </a:rPr>
              <a:t>I </a:t>
            </a:r>
            <a:r>
              <a:rPr lang="ru-RU" sz="2800" b="1" dirty="0">
                <a:solidFill>
                  <a:srgbClr val="002060"/>
                </a:solidFill>
                <a:latin typeface="Times New Roman" panose="02020603050405020304" pitchFamily="18" charset="0"/>
                <a:ea typeface="Calibri" panose="020F0502020204030204" pitchFamily="34" charset="0"/>
              </a:rPr>
              <a:t>ГЛАВЫ (§ 1.5) 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11890314" y="6482834"/>
            <a:ext cx="300082" cy="369332"/>
          </a:xfrm>
          <a:prstGeom prst="rect">
            <a:avLst/>
          </a:prstGeom>
          <a:solidFill>
            <a:srgbClr val="DBDEE1"/>
          </a:solidFill>
        </p:spPr>
        <p:txBody>
          <a:bodyPr wrap="none" rtlCol="0">
            <a:spAutoFit/>
          </a:bodyPr>
          <a:lstStyle/>
          <a:p>
            <a:r>
              <a:rPr lang="ru-RU" dirty="0">
                <a:solidFill>
                  <a:schemeClr val="bg1">
                    <a:lumMod val="50000"/>
                  </a:schemeClr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2</a:t>
            </a:r>
          </a:p>
        </p:txBody>
      </p:sp>
      <p:sp>
        <p:nvSpPr>
          <p:cNvPr id="6" name="Прямоугольник 5"/>
          <p:cNvSpPr/>
          <p:nvPr/>
        </p:nvSpPr>
        <p:spPr>
          <a:xfrm flipV="1">
            <a:off x="6816670" y="929609"/>
            <a:ext cx="5375330" cy="45719"/>
          </a:xfrm>
          <a:prstGeom prst="rect">
            <a:avLst/>
          </a:prstGeom>
          <a:solidFill>
            <a:srgbClr val="002060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ru-RU"/>
          </a:p>
        </p:txBody>
      </p:sp>
      <p:pic>
        <p:nvPicPr>
          <p:cNvPr id="24" name="Рисунок 23"/>
          <p:cNvPicPr>
            <a:picLocks noChangeAspect="1"/>
          </p:cNvPicPr>
          <p:nvPr/>
        </p:nvPicPr>
        <p:blipFill>
          <a:blip r:embed="rId2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380977" y="132635"/>
            <a:ext cx="597147" cy="829963"/>
          </a:xfrm>
          <a:prstGeom prst="rect">
            <a:avLst/>
          </a:prstGeom>
        </p:spPr>
      </p:pic>
      <p:sp>
        <p:nvSpPr>
          <p:cNvPr id="8" name="Прямоугольник 7"/>
          <p:cNvSpPr/>
          <p:nvPr/>
        </p:nvSpPr>
        <p:spPr>
          <a:xfrm>
            <a:off x="380976" y="1240113"/>
            <a:ext cx="11509337" cy="5057448"/>
          </a:xfrm>
          <a:prstGeom prst="rect">
            <a:avLst/>
          </a:prstGeom>
          <a:noFill/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ru-RU"/>
          </a:p>
        </p:txBody>
      </p:sp>
      <p:sp>
        <p:nvSpPr>
          <p:cNvPr id="4" name="TextBox 3">
            <a:extLst>
              <a:ext uri="{FF2B5EF4-FFF2-40B4-BE49-F238E27FC236}">
                <a16:creationId xmlns:a16="http://schemas.microsoft.com/office/drawing/2014/main" id="{927D0B8F-8EAE-41F1-AEB2-46C5FAF6DB6C}"/>
              </a:ext>
            </a:extLst>
          </p:cNvPr>
          <p:cNvSpPr txBox="1"/>
          <p:nvPr/>
        </p:nvSpPr>
        <p:spPr>
          <a:xfrm>
            <a:off x="1493603" y="1345267"/>
            <a:ext cx="9950971" cy="830997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24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1.</a:t>
            </a:r>
            <a:r>
              <a:rPr lang="ru-RU" sz="24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5</a:t>
            </a:r>
            <a:r>
              <a:rPr lang="en-US" sz="24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. </a:t>
            </a:r>
            <a:r>
              <a:rPr lang="ru-RU" sz="24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Персонализация контента и рекомендательные алгоритмы: создание уникальной образовательной траектории</a:t>
            </a:r>
          </a:p>
        </p:txBody>
      </p:sp>
      <p:pic>
        <p:nvPicPr>
          <p:cNvPr id="5" name="Рисунок 4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1272453" y="1240113"/>
            <a:ext cx="9726382" cy="5057448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4191074342"/>
      </p:ext>
    </p:extLst>
  </p:cSld>
  <p:clrMapOvr>
    <a:masterClrMapping/>
  </p:clrMapOvr>
  <p:transition spd="slow">
    <p:push dir="u"/>
  </p:transition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Прямоугольник 1"/>
          <p:cNvSpPr/>
          <p:nvPr/>
        </p:nvSpPr>
        <p:spPr>
          <a:xfrm>
            <a:off x="6870700" y="0"/>
            <a:ext cx="5321300" cy="190500"/>
          </a:xfrm>
          <a:prstGeom prst="rect">
            <a:avLst/>
          </a:prstGeom>
          <a:solidFill>
            <a:srgbClr val="002060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ru-RU"/>
          </a:p>
        </p:txBody>
      </p:sp>
      <p:sp>
        <p:nvSpPr>
          <p:cNvPr id="9" name="Прямоугольник 8"/>
          <p:cNvSpPr/>
          <p:nvPr/>
        </p:nvSpPr>
        <p:spPr>
          <a:xfrm>
            <a:off x="0" y="6667500"/>
            <a:ext cx="5321300" cy="190500"/>
          </a:xfrm>
          <a:prstGeom prst="rect">
            <a:avLst/>
          </a:prstGeom>
          <a:solidFill>
            <a:srgbClr val="002060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ru-RU"/>
          </a:p>
        </p:txBody>
      </p:sp>
      <p:sp>
        <p:nvSpPr>
          <p:cNvPr id="3" name="TextBox 2"/>
          <p:cNvSpPr txBox="1"/>
          <p:nvPr/>
        </p:nvSpPr>
        <p:spPr>
          <a:xfrm>
            <a:off x="6724003" y="286006"/>
            <a:ext cx="5166311" cy="52322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ru-RU" sz="2800" b="1" dirty="0">
                <a:solidFill>
                  <a:srgbClr val="002060"/>
                </a:solidFill>
                <a:latin typeface="Times New Roman" panose="02020603050405020304" pitchFamily="18" charset="0"/>
                <a:ea typeface="Calibri" panose="020F0502020204030204" pitchFamily="34" charset="0"/>
              </a:rPr>
              <a:t>ВЫВОДЫ ПО </a:t>
            </a:r>
            <a:r>
              <a:rPr lang="en-US" sz="2800" b="1" dirty="0">
                <a:solidFill>
                  <a:srgbClr val="002060"/>
                </a:solidFill>
                <a:latin typeface="Times New Roman" panose="02020603050405020304" pitchFamily="18" charset="0"/>
                <a:ea typeface="Calibri" panose="020F0502020204030204" pitchFamily="34" charset="0"/>
              </a:rPr>
              <a:t>I </a:t>
            </a:r>
            <a:r>
              <a:rPr lang="ru-RU" sz="2800" b="1" dirty="0">
                <a:solidFill>
                  <a:srgbClr val="002060"/>
                </a:solidFill>
                <a:latin typeface="Times New Roman" panose="02020603050405020304" pitchFamily="18" charset="0"/>
                <a:ea typeface="Calibri" panose="020F0502020204030204" pitchFamily="34" charset="0"/>
              </a:rPr>
              <a:t>ГЛАВЕ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11890314" y="6482834"/>
            <a:ext cx="300082" cy="369332"/>
          </a:xfrm>
          <a:prstGeom prst="rect">
            <a:avLst/>
          </a:prstGeom>
          <a:solidFill>
            <a:srgbClr val="DBDEE1"/>
          </a:solidFill>
        </p:spPr>
        <p:txBody>
          <a:bodyPr wrap="none" rtlCol="0">
            <a:spAutoFit/>
          </a:bodyPr>
          <a:lstStyle/>
          <a:p>
            <a:r>
              <a:rPr lang="ru-RU" dirty="0">
                <a:solidFill>
                  <a:schemeClr val="bg1">
                    <a:lumMod val="50000"/>
                  </a:schemeClr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2</a:t>
            </a:r>
          </a:p>
        </p:txBody>
      </p:sp>
      <p:pic>
        <p:nvPicPr>
          <p:cNvPr id="24" name="Рисунок 23"/>
          <p:cNvPicPr>
            <a:picLocks noChangeAspect="1"/>
          </p:cNvPicPr>
          <p:nvPr/>
        </p:nvPicPr>
        <p:blipFill>
          <a:blip r:embed="rId2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380977" y="132635"/>
            <a:ext cx="597147" cy="829963"/>
          </a:xfrm>
          <a:prstGeom prst="rect">
            <a:avLst/>
          </a:prstGeom>
        </p:spPr>
      </p:pic>
      <p:sp>
        <p:nvSpPr>
          <p:cNvPr id="8" name="Прямоугольник 7"/>
          <p:cNvSpPr/>
          <p:nvPr/>
        </p:nvSpPr>
        <p:spPr>
          <a:xfrm flipV="1">
            <a:off x="6816670" y="929609"/>
            <a:ext cx="5375330" cy="45719"/>
          </a:xfrm>
          <a:prstGeom prst="rect">
            <a:avLst/>
          </a:prstGeom>
          <a:solidFill>
            <a:srgbClr val="002060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ru-RU"/>
          </a:p>
        </p:txBody>
      </p:sp>
      <p:sp>
        <p:nvSpPr>
          <p:cNvPr id="10" name="Прямоугольник 9"/>
          <p:cNvSpPr/>
          <p:nvPr/>
        </p:nvSpPr>
        <p:spPr>
          <a:xfrm>
            <a:off x="380976" y="1240113"/>
            <a:ext cx="11509337" cy="5057448"/>
          </a:xfrm>
          <a:prstGeom prst="rect">
            <a:avLst/>
          </a:prstGeom>
          <a:noFill/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ru-RU"/>
          </a:p>
        </p:txBody>
      </p:sp>
      <p:sp>
        <p:nvSpPr>
          <p:cNvPr id="4" name="TextBox 3">
            <a:extLst>
              <a:ext uri="{FF2B5EF4-FFF2-40B4-BE49-F238E27FC236}">
                <a16:creationId xmlns:a16="http://schemas.microsoft.com/office/drawing/2014/main" id="{512AB214-208A-4F99-83AD-6BD38C33A23E}"/>
              </a:ext>
            </a:extLst>
          </p:cNvPr>
          <p:cNvSpPr txBox="1"/>
          <p:nvPr/>
        </p:nvSpPr>
        <p:spPr>
          <a:xfrm>
            <a:off x="380976" y="1240113"/>
            <a:ext cx="9251296" cy="221599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ru-RU" dirty="0"/>
              <a:t>Выводы </a:t>
            </a:r>
            <a:r>
              <a:rPr lang="ru-RU" dirty="0">
                <a:sym typeface="Wingdings" panose="05000000000000000000" pitchFamily="2" charset="2"/>
              </a:rPr>
              <a:t> -_- </a:t>
            </a:r>
          </a:p>
          <a:p>
            <a:r>
              <a:rPr lang="ru-RU" sz="24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Интерфейс как </a:t>
            </a:r>
            <a:r>
              <a:rPr lang="ru-RU" sz="2400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социопедагогический</a:t>
            </a:r>
            <a:r>
              <a:rPr lang="ru-RU" sz="24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ru-RU" sz="2400" dirty="0" smtClean="0">
                <a:latin typeface="Times New Roman" panose="02020603050405020304" pitchFamily="18" charset="0"/>
                <a:cs typeface="Times New Roman" panose="02020603050405020304" pitchFamily="18" charset="0"/>
              </a:rPr>
              <a:t>инструмент</a:t>
            </a:r>
          </a:p>
          <a:p>
            <a:r>
              <a:rPr lang="ru-RU" sz="24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Методологический базис </a:t>
            </a:r>
            <a:r>
              <a:rPr lang="en-US" sz="24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Material </a:t>
            </a:r>
            <a:r>
              <a:rPr lang="en-US" sz="2400" dirty="0" smtClean="0">
                <a:latin typeface="Times New Roman" panose="02020603050405020304" pitchFamily="18" charset="0"/>
                <a:cs typeface="Times New Roman" panose="02020603050405020304" pitchFamily="18" charset="0"/>
              </a:rPr>
              <a:t>Design</a:t>
            </a:r>
            <a:endParaRPr lang="ru-RU" sz="2400" dirty="0" smtClean="0"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r>
              <a:rPr lang="ru-RU" sz="24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Трансформация роли цифровых </a:t>
            </a:r>
            <a:r>
              <a:rPr lang="ru-RU" sz="2400" dirty="0" smtClean="0">
                <a:latin typeface="Times New Roman" panose="02020603050405020304" pitchFamily="18" charset="0"/>
                <a:cs typeface="Times New Roman" panose="02020603050405020304" pitchFamily="18" charset="0"/>
              </a:rPr>
              <a:t>технологий</a:t>
            </a:r>
          </a:p>
          <a:p>
            <a:r>
              <a:rPr lang="ru-RU" sz="2400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Человекоцентричный</a:t>
            </a:r>
            <a:r>
              <a:rPr lang="ru-RU" sz="24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подход к </a:t>
            </a:r>
            <a:r>
              <a:rPr lang="ru-RU" sz="2400" dirty="0" smtClean="0">
                <a:latin typeface="Times New Roman" panose="02020603050405020304" pitchFamily="18" charset="0"/>
                <a:cs typeface="Times New Roman" panose="02020603050405020304" pitchFamily="18" charset="0"/>
              </a:rPr>
              <a:t>проектированию (</a:t>
            </a:r>
            <a:r>
              <a:rPr lang="en-US" sz="2400" dirty="0" smtClean="0">
                <a:latin typeface="Times New Roman" panose="02020603050405020304" pitchFamily="18" charset="0"/>
                <a:cs typeface="Times New Roman" panose="02020603050405020304" pitchFamily="18" charset="0"/>
              </a:rPr>
              <a:t>UX)</a:t>
            </a:r>
            <a:endParaRPr lang="ru-RU" sz="2400" i="0" dirty="0" smtClean="0">
              <a:solidFill>
                <a:srgbClr val="222222"/>
              </a:solidFill>
              <a:effectLst/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r>
              <a:rPr lang="ru-RU" sz="2400" dirty="0">
                <a:solidFill>
                  <a:srgbClr val="222222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Интеллектуальная персонализация как залог успеха</a:t>
            </a:r>
            <a:endParaRPr lang="ru-RU" sz="24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3702925073"/>
      </p:ext>
    </p:extLst>
  </p:cSld>
  <p:clrMapOvr>
    <a:masterClrMapping/>
  </p:clrMapOvr>
  <p:transition spd="slow">
    <p:push dir="u"/>
  </p:transition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Прямоугольник 1"/>
          <p:cNvSpPr/>
          <p:nvPr/>
        </p:nvSpPr>
        <p:spPr>
          <a:xfrm>
            <a:off x="6870700" y="0"/>
            <a:ext cx="5321300" cy="190500"/>
          </a:xfrm>
          <a:prstGeom prst="rect">
            <a:avLst/>
          </a:prstGeom>
          <a:solidFill>
            <a:srgbClr val="002060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ru-RU"/>
          </a:p>
        </p:txBody>
      </p:sp>
      <p:sp>
        <p:nvSpPr>
          <p:cNvPr id="9" name="Прямоугольник 8"/>
          <p:cNvSpPr/>
          <p:nvPr/>
        </p:nvSpPr>
        <p:spPr>
          <a:xfrm>
            <a:off x="0" y="6667500"/>
            <a:ext cx="5321300" cy="190500"/>
          </a:xfrm>
          <a:prstGeom prst="rect">
            <a:avLst/>
          </a:prstGeom>
          <a:solidFill>
            <a:srgbClr val="002060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ru-RU"/>
          </a:p>
        </p:txBody>
      </p:sp>
      <p:sp>
        <p:nvSpPr>
          <p:cNvPr id="3" name="TextBox 2"/>
          <p:cNvSpPr txBox="1"/>
          <p:nvPr/>
        </p:nvSpPr>
        <p:spPr>
          <a:xfrm>
            <a:off x="6724003" y="286006"/>
            <a:ext cx="3769909" cy="52322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ru-RU" sz="2800" b="1" dirty="0">
                <a:solidFill>
                  <a:srgbClr val="002060"/>
                </a:solidFill>
                <a:latin typeface="Times New Roman" panose="02020603050405020304" pitchFamily="18" charset="0"/>
                <a:ea typeface="Calibri" panose="020F0502020204030204" pitchFamily="34" charset="0"/>
              </a:rPr>
              <a:t>ЗАКЛЮЧЕНИЕ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11890314" y="6482834"/>
            <a:ext cx="300082" cy="369332"/>
          </a:xfrm>
          <a:prstGeom prst="rect">
            <a:avLst/>
          </a:prstGeom>
          <a:solidFill>
            <a:srgbClr val="DBDEE1"/>
          </a:solidFill>
        </p:spPr>
        <p:txBody>
          <a:bodyPr wrap="none" rtlCol="0">
            <a:spAutoFit/>
          </a:bodyPr>
          <a:lstStyle/>
          <a:p>
            <a:r>
              <a:rPr lang="ru-RU" dirty="0">
                <a:solidFill>
                  <a:schemeClr val="bg1">
                    <a:lumMod val="50000"/>
                  </a:schemeClr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2</a:t>
            </a:r>
          </a:p>
        </p:txBody>
      </p:sp>
      <p:pic>
        <p:nvPicPr>
          <p:cNvPr id="24" name="Рисунок 23"/>
          <p:cNvPicPr>
            <a:picLocks noChangeAspect="1"/>
          </p:cNvPicPr>
          <p:nvPr/>
        </p:nvPicPr>
        <p:blipFill>
          <a:blip r:embed="rId2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380977" y="132635"/>
            <a:ext cx="597147" cy="829963"/>
          </a:xfrm>
          <a:prstGeom prst="rect">
            <a:avLst/>
          </a:prstGeom>
        </p:spPr>
      </p:pic>
      <p:sp>
        <p:nvSpPr>
          <p:cNvPr id="8" name="Прямоугольник 7"/>
          <p:cNvSpPr/>
          <p:nvPr/>
        </p:nvSpPr>
        <p:spPr>
          <a:xfrm flipV="1">
            <a:off x="6816670" y="929609"/>
            <a:ext cx="5375330" cy="45719"/>
          </a:xfrm>
          <a:prstGeom prst="rect">
            <a:avLst/>
          </a:prstGeom>
          <a:solidFill>
            <a:srgbClr val="002060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ru-RU"/>
          </a:p>
        </p:txBody>
      </p:sp>
      <p:sp>
        <p:nvSpPr>
          <p:cNvPr id="10" name="Прямоугольник 9"/>
          <p:cNvSpPr/>
          <p:nvPr/>
        </p:nvSpPr>
        <p:spPr>
          <a:xfrm>
            <a:off x="380976" y="1240113"/>
            <a:ext cx="11509337" cy="5057448"/>
          </a:xfrm>
          <a:prstGeom prst="rect">
            <a:avLst/>
          </a:prstGeom>
          <a:noFill/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ru-RU"/>
          </a:p>
        </p:txBody>
      </p:sp>
    </p:spTree>
    <p:extLst>
      <p:ext uri="{BB962C8B-B14F-4D97-AF65-F5344CB8AC3E}">
        <p14:creationId xmlns:p14="http://schemas.microsoft.com/office/powerpoint/2010/main" val="1298404355"/>
      </p:ext>
    </p:extLst>
  </p:cSld>
  <p:clrMapOvr>
    <a:masterClrMapping/>
  </p:clrMapOvr>
  <p:transition spd="slow">
    <p:push dir="u"/>
  </p:transition>
</p:sld>
</file>

<file path=ppt/theme/theme1.xml><?xml version="1.0" encoding="utf-8"?>
<a:theme xmlns:a="http://schemas.openxmlformats.org/drawingml/2006/main" name="Тема Office">
  <a:themeElements>
    <a:clrScheme name="Стандартная">
      <a:dk1>
        <a:sysClr val="windowText" lastClr="D3C6AA"/>
      </a:dk1>
      <a:lt1>
        <a:sysClr val="window" lastClr="2D353B"/>
      </a:lt1>
      <a:dk2>
        <a:srgbClr val="44546A"/>
      </a:dk2>
      <a:lt2>
        <a:srgbClr val="E7E6E6"/>
      </a:lt2>
      <a:accent1>
        <a:srgbClr val="5B9BD5"/>
      </a:accent1>
      <a:accent2>
        <a:srgbClr val="ED7D31"/>
      </a:accent2>
      <a:accent3>
        <a:srgbClr val="A5A5A5"/>
      </a:accent3>
      <a:accent4>
        <a:srgbClr val="FFC000"/>
      </a:accent4>
      <a:accent5>
        <a:srgbClr val="4472C4"/>
      </a:accent5>
      <a:accent6>
        <a:srgbClr val="70AD47"/>
      </a:accent6>
      <a:hlink>
        <a:srgbClr val="0563C1"/>
      </a:hlink>
      <a:folHlink>
        <a:srgbClr val="954F72"/>
      </a:folHlink>
    </a:clrScheme>
    <a:fontScheme name="Стандартная">
      <a:majorFont>
        <a:latin typeface="Calibri Light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Стандартная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ppt/theme/theme2.xml><?xml version="1.0" encoding="utf-8"?>
<a:theme xmlns:a="http://schemas.openxmlformats.org/drawingml/2006/main" name="Тема Office">
  <a:themeElements>
    <a:clrScheme name="Стандартная">
      <a:dk1>
        <a:sysClr val="windowText" lastClr="D3C6AA"/>
      </a:dk1>
      <a:lt1>
        <a:sysClr val="window" lastClr="2D353B"/>
      </a:lt1>
      <a:dk2>
        <a:srgbClr val="44546A"/>
      </a:dk2>
      <a:lt2>
        <a:srgbClr val="E7E6E6"/>
      </a:lt2>
      <a:accent1>
        <a:srgbClr val="5B9BD5"/>
      </a:accent1>
      <a:accent2>
        <a:srgbClr val="ED7D31"/>
      </a:accent2>
      <a:accent3>
        <a:srgbClr val="A5A5A5"/>
      </a:accent3>
      <a:accent4>
        <a:srgbClr val="FFC000"/>
      </a:accent4>
      <a:accent5>
        <a:srgbClr val="4472C4"/>
      </a:accent5>
      <a:accent6>
        <a:srgbClr val="70AD47"/>
      </a:accent6>
      <a:hlink>
        <a:srgbClr val="0563C1"/>
      </a:hlink>
      <a:folHlink>
        <a:srgbClr val="954F72"/>
      </a:folHlink>
    </a:clrScheme>
    <a:fontScheme name="Стандартная">
      <a:majorFont>
        <a:latin typeface="Calibri Light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Стандартная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ppt/theme/theme3.xml><?xml version="1.0" encoding="utf-8"?>
<a:theme xmlns:a="http://schemas.openxmlformats.org/drawingml/2006/main" name="Тема Office">
  <a:themeElements>
    <a:clrScheme name="Стандартная">
      <a:dk1>
        <a:sysClr val="windowText" lastClr="D3C6AA"/>
      </a:dk1>
      <a:lt1>
        <a:sysClr val="window" lastClr="2D353B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Стандартная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Стандартная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shade val="51000"/>
                <a:satMod val="130000"/>
              </a:schemeClr>
            </a:gs>
            <a:gs pos="80000">
              <a:schemeClr val="phClr">
                <a:shade val="93000"/>
                <a:satMod val="130000"/>
              </a:schemeClr>
            </a:gs>
            <a:gs pos="100000">
              <a:schemeClr val="phClr">
                <a:shade val="94000"/>
                <a:satMod val="135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emplate/>
  <TotalTime>4475</TotalTime>
  <Words>458</Words>
  <Application>Microsoft Office PowerPoint</Application>
  <PresentationFormat>Широкоэкранный</PresentationFormat>
  <Paragraphs>65</Paragraphs>
  <Slides>13</Slides>
  <Notes>0</Notes>
  <HiddenSlides>0</HiddenSlides>
  <MMClips>0</MMClips>
  <ScaleCrop>false</ScaleCrop>
  <HeadingPairs>
    <vt:vector size="6" baseType="variant">
      <vt:variant>
        <vt:lpstr>Использованные шрифты</vt:lpstr>
      </vt:variant>
      <vt:variant>
        <vt:i4>6</vt:i4>
      </vt:variant>
      <vt:variant>
        <vt:lpstr>Тема</vt:lpstr>
      </vt:variant>
      <vt:variant>
        <vt:i4>1</vt:i4>
      </vt:variant>
      <vt:variant>
        <vt:lpstr>Заголовки слайдов</vt:lpstr>
      </vt:variant>
      <vt:variant>
        <vt:i4>13</vt:i4>
      </vt:variant>
    </vt:vector>
  </HeadingPairs>
  <TitlesOfParts>
    <vt:vector size="20" baseType="lpstr">
      <vt:lpstr>Arial</vt:lpstr>
      <vt:lpstr>Calibri</vt:lpstr>
      <vt:lpstr>Calibri Light</vt:lpstr>
      <vt:lpstr>Symbol</vt:lpstr>
      <vt:lpstr>Times New Roman</vt:lpstr>
      <vt:lpstr>Wingdings</vt:lpstr>
      <vt:lpstr>Тема Office</vt:lpstr>
      <vt:lpstr>Презентация PowerPoint</vt:lpstr>
      <vt:lpstr>Презентация PowerPoint</vt:lpstr>
      <vt:lpstr>Презентация PowerPoint</vt:lpstr>
      <vt:lpstr>Презентация PowerPoint</vt:lpstr>
      <vt:lpstr>Презентация PowerPoint</vt:lpstr>
      <vt:lpstr>Презентация PowerPoint</vt:lpstr>
      <vt:lpstr>Презентация PowerPoint</vt:lpstr>
      <vt:lpstr>Презентация PowerPoint</vt:lpstr>
      <vt:lpstr>Презентация PowerPoint</vt:lpstr>
      <vt:lpstr>Презентация PowerPoint</vt:lpstr>
      <vt:lpstr>Презентация PowerPoint</vt:lpstr>
      <vt:lpstr>Презентация PowerPoint</vt:lpstr>
      <vt:lpstr>Презентация PowerPoint</vt:lpstr>
    </vt:vector>
  </TitlesOfParts>
  <Company/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Презентация PowerPoint</dc:title>
  <dc:creator>Николай Александрович Юнев</dc:creator>
  <cp:lastModifiedBy>Fujiwara Sato</cp:lastModifiedBy>
  <cp:revision>188</cp:revision>
  <cp:lastPrinted>2019-12-10T09:59:06Z</cp:lastPrinted>
  <dcterms:created xsi:type="dcterms:W3CDTF">2018-06-25T09:33:48Z</dcterms:created>
  <dcterms:modified xsi:type="dcterms:W3CDTF">2026-05-22T02:47:43Z</dcterms:modified>
</cp:coreProperties>
</file>