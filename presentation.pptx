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196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764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316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50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749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54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29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79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04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650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918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49173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331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4870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670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8523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BF837-70C4-401C-90A6-BF51969917DF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58198B4-9764-43E3-A602-E985F1EF6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 smtClean="0"/>
              <a:t>Разработка WEB-приложения для взаимодействия ДОО и семьи для формирования читательских интересов.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07066" y="4050833"/>
            <a:ext cx="8652933" cy="1096899"/>
          </a:xfrm>
        </p:spPr>
        <p:txBody>
          <a:bodyPr/>
          <a:lstStyle/>
          <a:p>
            <a:r>
              <a:rPr lang="ru-RU" dirty="0" smtClean="0"/>
              <a:t>Теоретическое обоснование и применение концепции </a:t>
            </a:r>
            <a:r>
              <a:rPr lang="ru-RU" dirty="0" err="1" smtClean="0"/>
              <a:t>Material</a:t>
            </a:r>
            <a:r>
              <a:rPr lang="ru-RU" dirty="0" smtClean="0"/>
              <a:t> </a:t>
            </a:r>
            <a:r>
              <a:rPr lang="ru-RU" dirty="0" err="1" smtClean="0"/>
              <a:t>Design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1507066" y="445047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mtClean="0"/>
              <a:t>Выполнил студент: ИС-22</a:t>
            </a:r>
            <a:r>
              <a:rPr lang="en-US" dirty="0" smtClean="0"/>
              <a:t>/</a:t>
            </a:r>
            <a:r>
              <a:rPr lang="ru-RU" dirty="0" smtClean="0"/>
              <a:t>9-П Исламов Л.Р.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000079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3829"/>
            <a:ext cx="10515600" cy="1325563"/>
          </a:xfrm>
        </p:spPr>
        <p:txBody>
          <a:bodyPr/>
          <a:lstStyle/>
          <a:p>
            <a:r>
              <a:rPr lang="ru-RU" dirty="0" smtClean="0"/>
              <a:t>Проблема и Актуальность</a:t>
            </a: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325563"/>
            <a:ext cx="110490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Тезис: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Традиционные формы связи (стенды, анкеты) больше не работают.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RU" altLang="ru-RU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Барьеры:</a:t>
            </a:r>
            <a:endParaRPr kumimoji="0" lang="ru-RU" altLang="ru-RU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5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Информационная усталость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родителей (избыток чатов в мессенджерах).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5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Цифровая тревожность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части педагогов.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5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Сложность выбора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качественной литературы в потоке книжного рынка.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Цель: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Создать интуитивно понятную среду, где дизайн помогает, а не мешает педагогическому процессу.</a:t>
            </a:r>
          </a:p>
        </p:txBody>
      </p:sp>
    </p:spTree>
    <p:extLst>
      <p:ext uri="{BB962C8B-B14F-4D97-AF65-F5344CB8AC3E}">
        <p14:creationId xmlns:p14="http://schemas.microsoft.com/office/powerpoint/2010/main" val="314532794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10266437" cy="1320800"/>
          </a:xfrm>
        </p:spPr>
        <p:txBody>
          <a:bodyPr/>
          <a:lstStyle/>
          <a:p>
            <a:r>
              <a:rPr lang="ru-RU" dirty="0" smtClean="0"/>
              <a:t>Концепция </a:t>
            </a:r>
            <a:r>
              <a:rPr lang="ru-RU" dirty="0" err="1" smtClean="0"/>
              <a:t>Material</a:t>
            </a:r>
            <a:r>
              <a:rPr lang="ru-RU" dirty="0" smtClean="0"/>
              <a:t> </a:t>
            </a:r>
            <a:r>
              <a:rPr lang="ru-RU" dirty="0" err="1" smtClean="0"/>
              <a:t>Design</a:t>
            </a:r>
            <a:r>
              <a:rPr lang="ru-RU" dirty="0" smtClean="0"/>
              <a:t> как решение</a:t>
            </a: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11150600" cy="432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Почему это выбрано?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Это стандарт </a:t>
            </a:r>
            <a:r>
              <a:rPr kumimoji="0" lang="ru-RU" altLang="ru-RU" sz="2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знакомый пользователям по </a:t>
            </a:r>
            <a:r>
              <a:rPr kumimoji="0" lang="ru-RU" altLang="ru-RU" sz="2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-устройствам.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Ключевые принципы в приложении:</a:t>
            </a:r>
            <a:endParaRPr kumimoji="0" lang="ru-RU" altLang="ru-RU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Метафора материала: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Интерфейс как «цифровая бумага». Слои и тени подсказывают, что важно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2500" dirty="0">
                <a:latin typeface="Arial" panose="020B0604020202020204" pitchFamily="34" charset="0"/>
              </a:rPr>
              <a:t> </a:t>
            </a:r>
            <a:r>
              <a:rPr kumimoji="0" lang="ru-RU" alt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Акцент на главном: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Крупные кнопки и контрастные цвета для важных действий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ru-RU" altLang="ru-RU" sz="2500" dirty="0">
                <a:latin typeface="Arial" panose="020B0604020202020204" pitchFamily="34" charset="0"/>
              </a:rPr>
              <a:t> </a:t>
            </a:r>
            <a:r>
              <a:rPr kumimoji="0" lang="ru-RU" alt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Анимация: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Плавные переходы объясняют логику навигации, снижая страх перед новой программой.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0436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Когнитивная эргономика и функционал</a:t>
            </a: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10515600" cy="46012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Закон </a:t>
            </a:r>
            <a:r>
              <a:rPr kumimoji="0" lang="ru-RU" altLang="ru-RU" sz="25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Фиттса</a:t>
            </a:r>
            <a:r>
              <a:rPr kumimoji="0" lang="ru-RU" alt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Проектирование элементов под удобное нажатие «на ходу» с мобильного телефона.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Управление вниманием: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Использование F- и Z-паттернов (взгляд падает на нужные методические блоки автоматически).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Функциональные модули:</a:t>
            </a:r>
            <a:endParaRPr kumimoji="0" lang="ru-RU" altLang="ru-RU" sz="2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25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Просвещение: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Верифицированные списки книг с комментариями педагога.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25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Мониторинг: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Обратная связь от родителей о реакции ребенка на книгу.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05596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1" y="1825625"/>
            <a:ext cx="10729686" cy="4060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Эффект для ДОО: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Прозрачность образовательного процесса и рост вовлеченности родителей.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Эффект для семьи: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Снижение усилий на поиск контента и приятный пользовательский опыт.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5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Итог: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Material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5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</a:t>
            </a:r>
            <a:r>
              <a:rPr kumimoji="0" lang="ru-RU" altLang="ru-RU" sz="25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превращает сложную педагогическую методику в легкий цифровой инструмент, укрепляя союз «Педагог — Родитель — Ребенок».</a:t>
            </a:r>
          </a:p>
        </p:txBody>
      </p:sp>
    </p:spTree>
    <p:extLst>
      <p:ext uri="{BB962C8B-B14F-4D97-AF65-F5344CB8AC3E}">
        <p14:creationId xmlns:p14="http://schemas.microsoft.com/office/powerpoint/2010/main" val="12774953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D3C6AA"/>
      </a:dk1>
      <a:lt1>
        <a:sysClr val="window" lastClr="2D353B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274</Words>
  <Application>Microsoft Office PowerPoint</Application>
  <PresentationFormat>Широкоэкранный</PresentationFormat>
  <Paragraphs>31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Аспект</vt:lpstr>
      <vt:lpstr>Разработка WEB-приложения для взаимодействия ДОО и семьи для формирования читательских интересов.</vt:lpstr>
      <vt:lpstr>Проблема и Актуальность</vt:lpstr>
      <vt:lpstr>Концепция Material Design как решение</vt:lpstr>
      <vt:lpstr>Когнитивная эргономика и функционал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WEB-приложения для взаимодействия ДОО и семьи для формирования читательских интересов.</dc:title>
  <dc:creator>Fujiwara Sato</dc:creator>
  <cp:lastModifiedBy>Fujiwara Sato</cp:lastModifiedBy>
  <cp:revision>2</cp:revision>
  <dcterms:created xsi:type="dcterms:W3CDTF">2026-02-16T08:23:53Z</dcterms:created>
  <dcterms:modified xsi:type="dcterms:W3CDTF">2026-02-16T08:33:40Z</dcterms:modified>
</cp:coreProperties>
</file>